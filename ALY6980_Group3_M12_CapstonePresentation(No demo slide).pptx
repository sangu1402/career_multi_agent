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81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7" r:id="rId16"/>
    <p:sldId id="268" r:id="rId17"/>
    <p:sldId id="271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>
      <p:cViewPr varScale="1">
        <p:scale>
          <a:sx n="81" d="100"/>
          <a:sy n="81" d="100"/>
        </p:scale>
        <p:origin x="8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FF521-1933-46D8-81A7-389B8FE65C6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651894-BC50-4987-9864-A6C50DD158B6}">
      <dgm:prSet/>
      <dgm:spPr/>
      <dgm:t>
        <a:bodyPr/>
        <a:lstStyle/>
        <a:p>
          <a:r>
            <a:rPr lang="en-IN"/>
            <a:t>Problem Overview</a:t>
          </a:r>
          <a:endParaRPr lang="en-US"/>
        </a:p>
      </dgm:t>
    </dgm:pt>
    <dgm:pt modelId="{E780C378-8D3F-4926-A5FD-C8F8D994C69B}" type="parTrans" cxnId="{E2572AB1-D513-44AD-A937-44F3F8367E27}">
      <dgm:prSet/>
      <dgm:spPr/>
      <dgm:t>
        <a:bodyPr/>
        <a:lstStyle/>
        <a:p>
          <a:endParaRPr lang="en-US"/>
        </a:p>
      </dgm:t>
    </dgm:pt>
    <dgm:pt modelId="{0AD9550C-3E4A-487C-9FE6-FEF363A8D502}" type="sibTrans" cxnId="{E2572AB1-D513-44AD-A937-44F3F8367E27}">
      <dgm:prSet/>
      <dgm:spPr/>
      <dgm:t>
        <a:bodyPr/>
        <a:lstStyle/>
        <a:p>
          <a:endParaRPr lang="en-US"/>
        </a:p>
      </dgm:t>
    </dgm:pt>
    <dgm:pt modelId="{5B5BC7D8-22EB-4763-A9A3-FA85EC9C1845}">
      <dgm:prSet/>
      <dgm:spPr/>
      <dgm:t>
        <a:bodyPr/>
        <a:lstStyle/>
        <a:p>
          <a:r>
            <a:rPr lang="en-IN"/>
            <a:t>Project Goals</a:t>
          </a:r>
          <a:endParaRPr lang="en-US"/>
        </a:p>
      </dgm:t>
    </dgm:pt>
    <dgm:pt modelId="{7012CBE9-4B68-4952-AE43-303BF2951F57}" type="parTrans" cxnId="{7F3F6BEF-92E5-4DB1-A483-FA9D90503036}">
      <dgm:prSet/>
      <dgm:spPr/>
      <dgm:t>
        <a:bodyPr/>
        <a:lstStyle/>
        <a:p>
          <a:endParaRPr lang="en-US"/>
        </a:p>
      </dgm:t>
    </dgm:pt>
    <dgm:pt modelId="{33961C8C-AC40-4115-9880-67D6979A385E}" type="sibTrans" cxnId="{7F3F6BEF-92E5-4DB1-A483-FA9D90503036}">
      <dgm:prSet/>
      <dgm:spPr/>
      <dgm:t>
        <a:bodyPr/>
        <a:lstStyle/>
        <a:p>
          <a:endParaRPr lang="en-US"/>
        </a:p>
      </dgm:t>
    </dgm:pt>
    <dgm:pt modelId="{8680EBD2-EA7F-4AA5-8310-2998B09FEF3E}">
      <dgm:prSet/>
      <dgm:spPr/>
      <dgm:t>
        <a:bodyPr/>
        <a:lstStyle/>
        <a:p>
          <a:r>
            <a:rPr lang="en-IN"/>
            <a:t>System Architecture</a:t>
          </a:r>
          <a:endParaRPr lang="en-US"/>
        </a:p>
      </dgm:t>
    </dgm:pt>
    <dgm:pt modelId="{A3E99696-E762-4721-9884-4BE12DD357A2}" type="parTrans" cxnId="{E6C8BC33-91D3-4B7B-8C85-320FC327BB04}">
      <dgm:prSet/>
      <dgm:spPr/>
      <dgm:t>
        <a:bodyPr/>
        <a:lstStyle/>
        <a:p>
          <a:endParaRPr lang="en-US"/>
        </a:p>
      </dgm:t>
    </dgm:pt>
    <dgm:pt modelId="{5A230E05-305C-467C-B52A-D880E2536F93}" type="sibTrans" cxnId="{E6C8BC33-91D3-4B7B-8C85-320FC327BB04}">
      <dgm:prSet/>
      <dgm:spPr/>
      <dgm:t>
        <a:bodyPr/>
        <a:lstStyle/>
        <a:p>
          <a:endParaRPr lang="en-US"/>
        </a:p>
      </dgm:t>
    </dgm:pt>
    <dgm:pt modelId="{0072C9E0-F264-45AD-A5F4-97D635796709}">
      <dgm:prSet/>
      <dgm:spPr/>
      <dgm:t>
        <a:bodyPr/>
        <a:lstStyle/>
        <a:p>
          <a:r>
            <a:rPr lang="en-IN"/>
            <a:t>Five AI Agents</a:t>
          </a:r>
          <a:endParaRPr lang="en-US"/>
        </a:p>
      </dgm:t>
    </dgm:pt>
    <dgm:pt modelId="{F9F52C56-FB3C-4BE7-9B53-09E33074034B}" type="parTrans" cxnId="{B4835F22-CA2D-4B5F-9EEF-05354C2E16EF}">
      <dgm:prSet/>
      <dgm:spPr/>
      <dgm:t>
        <a:bodyPr/>
        <a:lstStyle/>
        <a:p>
          <a:endParaRPr lang="en-US"/>
        </a:p>
      </dgm:t>
    </dgm:pt>
    <dgm:pt modelId="{4782026F-3828-467D-8700-7014A83FD028}" type="sibTrans" cxnId="{B4835F22-CA2D-4B5F-9EEF-05354C2E16EF}">
      <dgm:prSet/>
      <dgm:spPr/>
      <dgm:t>
        <a:bodyPr/>
        <a:lstStyle/>
        <a:p>
          <a:endParaRPr lang="en-US"/>
        </a:p>
      </dgm:t>
    </dgm:pt>
    <dgm:pt modelId="{071437A1-BAFC-437A-B1C2-370D0341AE97}">
      <dgm:prSet/>
      <dgm:spPr/>
      <dgm:t>
        <a:bodyPr/>
        <a:lstStyle/>
        <a:p>
          <a:r>
            <a:rPr lang="en-IN"/>
            <a:t>Workflow &amp; Demo</a:t>
          </a:r>
          <a:endParaRPr lang="en-US"/>
        </a:p>
      </dgm:t>
    </dgm:pt>
    <dgm:pt modelId="{606BE382-ACD6-4C81-A703-34F09066C605}" type="parTrans" cxnId="{F263206D-5074-4609-9424-E7F807390AB1}">
      <dgm:prSet/>
      <dgm:spPr/>
      <dgm:t>
        <a:bodyPr/>
        <a:lstStyle/>
        <a:p>
          <a:endParaRPr lang="en-US"/>
        </a:p>
      </dgm:t>
    </dgm:pt>
    <dgm:pt modelId="{CDBE6C8B-D80A-40E6-8550-3CB76F3ED3CF}" type="sibTrans" cxnId="{F263206D-5074-4609-9424-E7F807390AB1}">
      <dgm:prSet/>
      <dgm:spPr/>
      <dgm:t>
        <a:bodyPr/>
        <a:lstStyle/>
        <a:p>
          <a:endParaRPr lang="en-US"/>
        </a:p>
      </dgm:t>
    </dgm:pt>
    <dgm:pt modelId="{060BC50B-ABAF-44EF-BBF0-3FECF5F66E50}">
      <dgm:prSet/>
      <dgm:spPr/>
      <dgm:t>
        <a:bodyPr/>
        <a:lstStyle/>
        <a:p>
          <a:r>
            <a:rPr lang="en-IN"/>
            <a:t>Technical Design</a:t>
          </a:r>
          <a:endParaRPr lang="en-US"/>
        </a:p>
      </dgm:t>
    </dgm:pt>
    <dgm:pt modelId="{14B83712-20A3-4A4C-BD99-785D85BD8492}" type="parTrans" cxnId="{03763868-A78C-40FA-A568-BD40859A5D73}">
      <dgm:prSet/>
      <dgm:spPr/>
      <dgm:t>
        <a:bodyPr/>
        <a:lstStyle/>
        <a:p>
          <a:endParaRPr lang="en-US"/>
        </a:p>
      </dgm:t>
    </dgm:pt>
    <dgm:pt modelId="{ACCE53C9-4399-4AF9-B137-08E645BFE287}" type="sibTrans" cxnId="{03763868-A78C-40FA-A568-BD40859A5D73}">
      <dgm:prSet/>
      <dgm:spPr/>
      <dgm:t>
        <a:bodyPr/>
        <a:lstStyle/>
        <a:p>
          <a:endParaRPr lang="en-US"/>
        </a:p>
      </dgm:t>
    </dgm:pt>
    <dgm:pt modelId="{5E3F91A0-3C5C-400C-92F5-432CFD412E7F}">
      <dgm:prSet/>
      <dgm:spPr/>
      <dgm:t>
        <a:bodyPr/>
        <a:lstStyle/>
        <a:p>
          <a:r>
            <a:rPr lang="en-IN"/>
            <a:t>Key Results</a:t>
          </a:r>
          <a:endParaRPr lang="en-US"/>
        </a:p>
      </dgm:t>
    </dgm:pt>
    <dgm:pt modelId="{68A9F7C1-3264-414E-AFA2-F18379907DB9}" type="parTrans" cxnId="{33BAAD3C-7168-4870-A955-055CE8BDCB7A}">
      <dgm:prSet/>
      <dgm:spPr/>
      <dgm:t>
        <a:bodyPr/>
        <a:lstStyle/>
        <a:p>
          <a:endParaRPr lang="en-US"/>
        </a:p>
      </dgm:t>
    </dgm:pt>
    <dgm:pt modelId="{50759C6F-1FBC-4D02-BAE2-CBA8A83BE273}" type="sibTrans" cxnId="{33BAAD3C-7168-4870-A955-055CE8BDCB7A}">
      <dgm:prSet/>
      <dgm:spPr/>
      <dgm:t>
        <a:bodyPr/>
        <a:lstStyle/>
        <a:p>
          <a:endParaRPr lang="en-US"/>
        </a:p>
      </dgm:t>
    </dgm:pt>
    <dgm:pt modelId="{B2CC54BC-5556-4D9C-B38B-25CB3B433F90}">
      <dgm:prSet/>
      <dgm:spPr/>
      <dgm:t>
        <a:bodyPr/>
        <a:lstStyle/>
        <a:p>
          <a:r>
            <a:rPr lang="en-IN"/>
            <a:t>Impact</a:t>
          </a:r>
          <a:endParaRPr lang="en-US"/>
        </a:p>
      </dgm:t>
    </dgm:pt>
    <dgm:pt modelId="{16F320ED-6C74-403A-A03E-667C6224BF83}" type="parTrans" cxnId="{BC187E9F-C2C8-40D8-B70D-C73E9D7C243E}">
      <dgm:prSet/>
      <dgm:spPr/>
      <dgm:t>
        <a:bodyPr/>
        <a:lstStyle/>
        <a:p>
          <a:endParaRPr lang="en-US"/>
        </a:p>
      </dgm:t>
    </dgm:pt>
    <dgm:pt modelId="{8F42F605-A6FB-4142-A6F9-815A4F9FBCD1}" type="sibTrans" cxnId="{BC187E9F-C2C8-40D8-B70D-C73E9D7C243E}">
      <dgm:prSet/>
      <dgm:spPr/>
      <dgm:t>
        <a:bodyPr/>
        <a:lstStyle/>
        <a:p>
          <a:endParaRPr lang="en-US"/>
        </a:p>
      </dgm:t>
    </dgm:pt>
    <dgm:pt modelId="{DEACDA4F-2123-44DF-B4B6-7ACA7F5C05F7}">
      <dgm:prSet/>
      <dgm:spPr/>
      <dgm:t>
        <a:bodyPr/>
        <a:lstStyle/>
        <a:p>
          <a:r>
            <a:rPr lang="en-IN"/>
            <a:t>Challenges</a:t>
          </a:r>
          <a:endParaRPr lang="en-US"/>
        </a:p>
      </dgm:t>
    </dgm:pt>
    <dgm:pt modelId="{15E0C2CF-FB95-43D6-A1C8-F47918533AD6}" type="parTrans" cxnId="{8A62551D-6BCF-401A-BF9A-EC713C79E9C1}">
      <dgm:prSet/>
      <dgm:spPr/>
      <dgm:t>
        <a:bodyPr/>
        <a:lstStyle/>
        <a:p>
          <a:endParaRPr lang="en-US"/>
        </a:p>
      </dgm:t>
    </dgm:pt>
    <dgm:pt modelId="{0B3E6265-F549-4140-A8DB-56D9C0DE6274}" type="sibTrans" cxnId="{8A62551D-6BCF-401A-BF9A-EC713C79E9C1}">
      <dgm:prSet/>
      <dgm:spPr/>
      <dgm:t>
        <a:bodyPr/>
        <a:lstStyle/>
        <a:p>
          <a:endParaRPr lang="en-US"/>
        </a:p>
      </dgm:t>
    </dgm:pt>
    <dgm:pt modelId="{CA17DC29-AE08-4DC6-BB6D-05188AE4CDBE}">
      <dgm:prSet/>
      <dgm:spPr/>
      <dgm:t>
        <a:bodyPr/>
        <a:lstStyle/>
        <a:p>
          <a:r>
            <a:rPr lang="en-IN"/>
            <a:t>Future Enhancements</a:t>
          </a:r>
          <a:endParaRPr lang="en-US"/>
        </a:p>
      </dgm:t>
    </dgm:pt>
    <dgm:pt modelId="{C204F437-5F9B-4ADF-9660-2C7B0AA8B0FD}" type="parTrans" cxnId="{D47608EF-5BE1-4B45-B592-3009D7587012}">
      <dgm:prSet/>
      <dgm:spPr/>
      <dgm:t>
        <a:bodyPr/>
        <a:lstStyle/>
        <a:p>
          <a:endParaRPr lang="en-US"/>
        </a:p>
      </dgm:t>
    </dgm:pt>
    <dgm:pt modelId="{8D0A1A90-815A-4F3B-B6F9-527D09FEAB70}" type="sibTrans" cxnId="{D47608EF-5BE1-4B45-B592-3009D7587012}">
      <dgm:prSet/>
      <dgm:spPr/>
      <dgm:t>
        <a:bodyPr/>
        <a:lstStyle/>
        <a:p>
          <a:endParaRPr lang="en-US"/>
        </a:p>
      </dgm:t>
    </dgm:pt>
    <dgm:pt modelId="{DFF08BF3-678D-41A0-8CC1-C6EDA26E09C3}">
      <dgm:prSet/>
      <dgm:spPr/>
      <dgm:t>
        <a:bodyPr/>
        <a:lstStyle/>
        <a:p>
          <a:r>
            <a:rPr lang="en-IN"/>
            <a:t>Conclusion</a:t>
          </a:r>
          <a:endParaRPr lang="en-US"/>
        </a:p>
      </dgm:t>
    </dgm:pt>
    <dgm:pt modelId="{52436D96-E277-4157-A6FA-69FA7C61115D}" type="parTrans" cxnId="{63C61610-36A0-4677-80B7-70158732DCCF}">
      <dgm:prSet/>
      <dgm:spPr/>
      <dgm:t>
        <a:bodyPr/>
        <a:lstStyle/>
        <a:p>
          <a:endParaRPr lang="en-US"/>
        </a:p>
      </dgm:t>
    </dgm:pt>
    <dgm:pt modelId="{31021D70-CF28-4D34-8D4B-05B0544739A8}" type="sibTrans" cxnId="{63C61610-36A0-4677-80B7-70158732DCCF}">
      <dgm:prSet/>
      <dgm:spPr/>
      <dgm:t>
        <a:bodyPr/>
        <a:lstStyle/>
        <a:p>
          <a:endParaRPr lang="en-US"/>
        </a:p>
      </dgm:t>
    </dgm:pt>
    <dgm:pt modelId="{259582A7-8D42-C943-824C-2D4AED5E54C1}" type="pres">
      <dgm:prSet presAssocID="{B9FFF521-1933-46D8-81A7-389B8FE65C6B}" presName="vert0" presStyleCnt="0">
        <dgm:presLayoutVars>
          <dgm:dir/>
          <dgm:animOne val="branch"/>
          <dgm:animLvl val="lvl"/>
        </dgm:presLayoutVars>
      </dgm:prSet>
      <dgm:spPr/>
    </dgm:pt>
    <dgm:pt modelId="{B1F64ABB-8AD1-5A4C-B7D3-C1BA6D7CC4DB}" type="pres">
      <dgm:prSet presAssocID="{67651894-BC50-4987-9864-A6C50DD158B6}" presName="thickLine" presStyleLbl="alignNode1" presStyleIdx="0" presStyleCnt="11"/>
      <dgm:spPr/>
    </dgm:pt>
    <dgm:pt modelId="{AD9F20A3-DDB2-1544-88C3-20417AF4A705}" type="pres">
      <dgm:prSet presAssocID="{67651894-BC50-4987-9864-A6C50DD158B6}" presName="horz1" presStyleCnt="0"/>
      <dgm:spPr/>
    </dgm:pt>
    <dgm:pt modelId="{CE7FA27E-847A-C540-8DB6-1E8D4EDDA6CC}" type="pres">
      <dgm:prSet presAssocID="{67651894-BC50-4987-9864-A6C50DD158B6}" presName="tx1" presStyleLbl="revTx" presStyleIdx="0" presStyleCnt="11"/>
      <dgm:spPr/>
    </dgm:pt>
    <dgm:pt modelId="{C5D7DC9D-A3E0-0540-A22F-6D9298308A72}" type="pres">
      <dgm:prSet presAssocID="{67651894-BC50-4987-9864-A6C50DD158B6}" presName="vert1" presStyleCnt="0"/>
      <dgm:spPr/>
    </dgm:pt>
    <dgm:pt modelId="{E3D7C1AF-EF8E-D745-9461-2B718522994A}" type="pres">
      <dgm:prSet presAssocID="{5B5BC7D8-22EB-4763-A9A3-FA85EC9C1845}" presName="thickLine" presStyleLbl="alignNode1" presStyleIdx="1" presStyleCnt="11"/>
      <dgm:spPr/>
    </dgm:pt>
    <dgm:pt modelId="{9DB7C244-7954-B145-9157-1F59CC59F955}" type="pres">
      <dgm:prSet presAssocID="{5B5BC7D8-22EB-4763-A9A3-FA85EC9C1845}" presName="horz1" presStyleCnt="0"/>
      <dgm:spPr/>
    </dgm:pt>
    <dgm:pt modelId="{7644BCAA-F28A-7240-B600-8B2C563A3FDF}" type="pres">
      <dgm:prSet presAssocID="{5B5BC7D8-22EB-4763-A9A3-FA85EC9C1845}" presName="tx1" presStyleLbl="revTx" presStyleIdx="1" presStyleCnt="11"/>
      <dgm:spPr/>
    </dgm:pt>
    <dgm:pt modelId="{63654366-AC90-BA43-A9A5-23A71C20EA5E}" type="pres">
      <dgm:prSet presAssocID="{5B5BC7D8-22EB-4763-A9A3-FA85EC9C1845}" presName="vert1" presStyleCnt="0"/>
      <dgm:spPr/>
    </dgm:pt>
    <dgm:pt modelId="{40C3C460-B5A1-2944-AD5E-FBAFC0B50338}" type="pres">
      <dgm:prSet presAssocID="{8680EBD2-EA7F-4AA5-8310-2998B09FEF3E}" presName="thickLine" presStyleLbl="alignNode1" presStyleIdx="2" presStyleCnt="11"/>
      <dgm:spPr/>
    </dgm:pt>
    <dgm:pt modelId="{FFF5C57A-EA35-6C44-9F5B-BF3D106C3DF8}" type="pres">
      <dgm:prSet presAssocID="{8680EBD2-EA7F-4AA5-8310-2998B09FEF3E}" presName="horz1" presStyleCnt="0"/>
      <dgm:spPr/>
    </dgm:pt>
    <dgm:pt modelId="{E8EAEEF4-7519-D848-91A4-3E16254444E7}" type="pres">
      <dgm:prSet presAssocID="{8680EBD2-EA7F-4AA5-8310-2998B09FEF3E}" presName="tx1" presStyleLbl="revTx" presStyleIdx="2" presStyleCnt="11"/>
      <dgm:spPr/>
    </dgm:pt>
    <dgm:pt modelId="{3D29F74B-625A-AB45-A0CC-329C51EB8017}" type="pres">
      <dgm:prSet presAssocID="{8680EBD2-EA7F-4AA5-8310-2998B09FEF3E}" presName="vert1" presStyleCnt="0"/>
      <dgm:spPr/>
    </dgm:pt>
    <dgm:pt modelId="{EA08E3CF-6045-0F47-A625-C95A268D2001}" type="pres">
      <dgm:prSet presAssocID="{0072C9E0-F264-45AD-A5F4-97D635796709}" presName="thickLine" presStyleLbl="alignNode1" presStyleIdx="3" presStyleCnt="11"/>
      <dgm:spPr/>
    </dgm:pt>
    <dgm:pt modelId="{494ACB0E-9FCA-8549-B45D-16241F163CFB}" type="pres">
      <dgm:prSet presAssocID="{0072C9E0-F264-45AD-A5F4-97D635796709}" presName="horz1" presStyleCnt="0"/>
      <dgm:spPr/>
    </dgm:pt>
    <dgm:pt modelId="{08A5D582-D61D-5345-B191-EA2E0D25A2DF}" type="pres">
      <dgm:prSet presAssocID="{0072C9E0-F264-45AD-A5F4-97D635796709}" presName="tx1" presStyleLbl="revTx" presStyleIdx="3" presStyleCnt="11"/>
      <dgm:spPr/>
    </dgm:pt>
    <dgm:pt modelId="{31F44EFB-C795-EF4C-AFD8-8E096F0840BE}" type="pres">
      <dgm:prSet presAssocID="{0072C9E0-F264-45AD-A5F4-97D635796709}" presName="vert1" presStyleCnt="0"/>
      <dgm:spPr/>
    </dgm:pt>
    <dgm:pt modelId="{0484F2A8-5500-E24B-A7F0-FB126476E6FB}" type="pres">
      <dgm:prSet presAssocID="{071437A1-BAFC-437A-B1C2-370D0341AE97}" presName="thickLine" presStyleLbl="alignNode1" presStyleIdx="4" presStyleCnt="11"/>
      <dgm:spPr/>
    </dgm:pt>
    <dgm:pt modelId="{42C5E82E-67D8-964F-8554-AC2272908E3D}" type="pres">
      <dgm:prSet presAssocID="{071437A1-BAFC-437A-B1C2-370D0341AE97}" presName="horz1" presStyleCnt="0"/>
      <dgm:spPr/>
    </dgm:pt>
    <dgm:pt modelId="{793CA244-6C82-1949-AF6D-8967DC0520C2}" type="pres">
      <dgm:prSet presAssocID="{071437A1-BAFC-437A-B1C2-370D0341AE97}" presName="tx1" presStyleLbl="revTx" presStyleIdx="4" presStyleCnt="11"/>
      <dgm:spPr/>
    </dgm:pt>
    <dgm:pt modelId="{B7E7CE0D-D171-9E4B-8961-52737C7C33E0}" type="pres">
      <dgm:prSet presAssocID="{071437A1-BAFC-437A-B1C2-370D0341AE97}" presName="vert1" presStyleCnt="0"/>
      <dgm:spPr/>
    </dgm:pt>
    <dgm:pt modelId="{D5D9B870-46E3-C54E-A1CA-571165BBE520}" type="pres">
      <dgm:prSet presAssocID="{060BC50B-ABAF-44EF-BBF0-3FECF5F66E50}" presName="thickLine" presStyleLbl="alignNode1" presStyleIdx="5" presStyleCnt="11"/>
      <dgm:spPr/>
    </dgm:pt>
    <dgm:pt modelId="{4B9B2CAB-E7B8-404B-998F-6ABE34F8A77E}" type="pres">
      <dgm:prSet presAssocID="{060BC50B-ABAF-44EF-BBF0-3FECF5F66E50}" presName="horz1" presStyleCnt="0"/>
      <dgm:spPr/>
    </dgm:pt>
    <dgm:pt modelId="{5802444C-76AE-A049-B673-D2F0AA11A959}" type="pres">
      <dgm:prSet presAssocID="{060BC50B-ABAF-44EF-BBF0-3FECF5F66E50}" presName="tx1" presStyleLbl="revTx" presStyleIdx="5" presStyleCnt="11"/>
      <dgm:spPr/>
    </dgm:pt>
    <dgm:pt modelId="{CBEEE7B8-E7D6-464D-90D3-EC40C1224788}" type="pres">
      <dgm:prSet presAssocID="{060BC50B-ABAF-44EF-BBF0-3FECF5F66E50}" presName="vert1" presStyleCnt="0"/>
      <dgm:spPr/>
    </dgm:pt>
    <dgm:pt modelId="{72873354-E660-374B-8F80-F6D2E6C80F25}" type="pres">
      <dgm:prSet presAssocID="{5E3F91A0-3C5C-400C-92F5-432CFD412E7F}" presName="thickLine" presStyleLbl="alignNode1" presStyleIdx="6" presStyleCnt="11"/>
      <dgm:spPr/>
    </dgm:pt>
    <dgm:pt modelId="{18D81B4F-B788-8745-83D0-6B95F820A082}" type="pres">
      <dgm:prSet presAssocID="{5E3F91A0-3C5C-400C-92F5-432CFD412E7F}" presName="horz1" presStyleCnt="0"/>
      <dgm:spPr/>
    </dgm:pt>
    <dgm:pt modelId="{74840EC7-9365-1B40-A41E-78359A78DB17}" type="pres">
      <dgm:prSet presAssocID="{5E3F91A0-3C5C-400C-92F5-432CFD412E7F}" presName="tx1" presStyleLbl="revTx" presStyleIdx="6" presStyleCnt="11"/>
      <dgm:spPr/>
    </dgm:pt>
    <dgm:pt modelId="{012CF5D1-4C6C-6E4A-AA6A-13AD8C747878}" type="pres">
      <dgm:prSet presAssocID="{5E3F91A0-3C5C-400C-92F5-432CFD412E7F}" presName="vert1" presStyleCnt="0"/>
      <dgm:spPr/>
    </dgm:pt>
    <dgm:pt modelId="{36AA6898-DBB7-0149-A97A-4AE3266CB5FF}" type="pres">
      <dgm:prSet presAssocID="{B2CC54BC-5556-4D9C-B38B-25CB3B433F90}" presName="thickLine" presStyleLbl="alignNode1" presStyleIdx="7" presStyleCnt="11"/>
      <dgm:spPr/>
    </dgm:pt>
    <dgm:pt modelId="{468F7D41-9B3E-5A4F-9533-1FBFD8A451B3}" type="pres">
      <dgm:prSet presAssocID="{B2CC54BC-5556-4D9C-B38B-25CB3B433F90}" presName="horz1" presStyleCnt="0"/>
      <dgm:spPr/>
    </dgm:pt>
    <dgm:pt modelId="{F0F11B51-0E59-6643-A2A3-5171ABE68A5C}" type="pres">
      <dgm:prSet presAssocID="{B2CC54BC-5556-4D9C-B38B-25CB3B433F90}" presName="tx1" presStyleLbl="revTx" presStyleIdx="7" presStyleCnt="11"/>
      <dgm:spPr/>
    </dgm:pt>
    <dgm:pt modelId="{A49660C3-B9A3-C942-BF73-8C357C395AD2}" type="pres">
      <dgm:prSet presAssocID="{B2CC54BC-5556-4D9C-B38B-25CB3B433F90}" presName="vert1" presStyleCnt="0"/>
      <dgm:spPr/>
    </dgm:pt>
    <dgm:pt modelId="{421C303F-38CB-A448-8658-473DF580ED40}" type="pres">
      <dgm:prSet presAssocID="{DEACDA4F-2123-44DF-B4B6-7ACA7F5C05F7}" presName="thickLine" presStyleLbl="alignNode1" presStyleIdx="8" presStyleCnt="11"/>
      <dgm:spPr/>
    </dgm:pt>
    <dgm:pt modelId="{F79C6737-7688-8940-9390-055065DCE0E7}" type="pres">
      <dgm:prSet presAssocID="{DEACDA4F-2123-44DF-B4B6-7ACA7F5C05F7}" presName="horz1" presStyleCnt="0"/>
      <dgm:spPr/>
    </dgm:pt>
    <dgm:pt modelId="{F808963A-BB0A-D04B-B0F5-9716E9E980EB}" type="pres">
      <dgm:prSet presAssocID="{DEACDA4F-2123-44DF-B4B6-7ACA7F5C05F7}" presName="tx1" presStyleLbl="revTx" presStyleIdx="8" presStyleCnt="11"/>
      <dgm:spPr/>
    </dgm:pt>
    <dgm:pt modelId="{8D886C3C-1CCB-F141-B188-72A843CF31C2}" type="pres">
      <dgm:prSet presAssocID="{DEACDA4F-2123-44DF-B4B6-7ACA7F5C05F7}" presName="vert1" presStyleCnt="0"/>
      <dgm:spPr/>
    </dgm:pt>
    <dgm:pt modelId="{13500AFD-3DB5-2444-BA32-46CEAECE30C5}" type="pres">
      <dgm:prSet presAssocID="{CA17DC29-AE08-4DC6-BB6D-05188AE4CDBE}" presName="thickLine" presStyleLbl="alignNode1" presStyleIdx="9" presStyleCnt="11"/>
      <dgm:spPr/>
    </dgm:pt>
    <dgm:pt modelId="{8E798CA8-DEC2-E84D-9FC2-83E53DD83C3D}" type="pres">
      <dgm:prSet presAssocID="{CA17DC29-AE08-4DC6-BB6D-05188AE4CDBE}" presName="horz1" presStyleCnt="0"/>
      <dgm:spPr/>
    </dgm:pt>
    <dgm:pt modelId="{D2C7D76A-A650-A944-9572-742CDFC6998A}" type="pres">
      <dgm:prSet presAssocID="{CA17DC29-AE08-4DC6-BB6D-05188AE4CDBE}" presName="tx1" presStyleLbl="revTx" presStyleIdx="9" presStyleCnt="11"/>
      <dgm:spPr/>
    </dgm:pt>
    <dgm:pt modelId="{25028311-A0D0-2449-807C-C1EE8672378F}" type="pres">
      <dgm:prSet presAssocID="{CA17DC29-AE08-4DC6-BB6D-05188AE4CDBE}" presName="vert1" presStyleCnt="0"/>
      <dgm:spPr/>
    </dgm:pt>
    <dgm:pt modelId="{EA3FE5A0-13C5-D442-B43B-DB611D512F50}" type="pres">
      <dgm:prSet presAssocID="{DFF08BF3-678D-41A0-8CC1-C6EDA26E09C3}" presName="thickLine" presStyleLbl="alignNode1" presStyleIdx="10" presStyleCnt="11"/>
      <dgm:spPr/>
    </dgm:pt>
    <dgm:pt modelId="{C232109B-F442-114C-A17E-515176F132AE}" type="pres">
      <dgm:prSet presAssocID="{DFF08BF3-678D-41A0-8CC1-C6EDA26E09C3}" presName="horz1" presStyleCnt="0"/>
      <dgm:spPr/>
    </dgm:pt>
    <dgm:pt modelId="{BCDD1892-375C-A240-A9ED-076691B3D572}" type="pres">
      <dgm:prSet presAssocID="{DFF08BF3-678D-41A0-8CC1-C6EDA26E09C3}" presName="tx1" presStyleLbl="revTx" presStyleIdx="10" presStyleCnt="11"/>
      <dgm:spPr/>
    </dgm:pt>
    <dgm:pt modelId="{C6F7353C-0B81-AD4A-AD56-4F0E9F4860C3}" type="pres">
      <dgm:prSet presAssocID="{DFF08BF3-678D-41A0-8CC1-C6EDA26E09C3}" presName="vert1" presStyleCnt="0"/>
      <dgm:spPr/>
    </dgm:pt>
  </dgm:ptLst>
  <dgm:cxnLst>
    <dgm:cxn modelId="{53B1D901-66A9-2B4B-8FAC-1E6DEF08CC4C}" type="presOf" srcId="{DFF08BF3-678D-41A0-8CC1-C6EDA26E09C3}" destId="{BCDD1892-375C-A240-A9ED-076691B3D572}" srcOrd="0" destOrd="0" presId="urn:microsoft.com/office/officeart/2008/layout/LinedList"/>
    <dgm:cxn modelId="{63C61610-36A0-4677-80B7-70158732DCCF}" srcId="{B9FFF521-1933-46D8-81A7-389B8FE65C6B}" destId="{DFF08BF3-678D-41A0-8CC1-C6EDA26E09C3}" srcOrd="10" destOrd="0" parTransId="{52436D96-E277-4157-A6FA-69FA7C61115D}" sibTransId="{31021D70-CF28-4D34-8D4B-05B0544739A8}"/>
    <dgm:cxn modelId="{23D24D16-5BF5-C546-A0FB-0FD6475E5A98}" type="presOf" srcId="{8680EBD2-EA7F-4AA5-8310-2998B09FEF3E}" destId="{E8EAEEF4-7519-D848-91A4-3E16254444E7}" srcOrd="0" destOrd="0" presId="urn:microsoft.com/office/officeart/2008/layout/LinedList"/>
    <dgm:cxn modelId="{8A62551D-6BCF-401A-BF9A-EC713C79E9C1}" srcId="{B9FFF521-1933-46D8-81A7-389B8FE65C6B}" destId="{DEACDA4F-2123-44DF-B4B6-7ACA7F5C05F7}" srcOrd="8" destOrd="0" parTransId="{15E0C2CF-FB95-43D6-A1C8-F47918533AD6}" sibTransId="{0B3E6265-F549-4140-A8DB-56D9C0DE6274}"/>
    <dgm:cxn modelId="{B4835F22-CA2D-4B5F-9EEF-05354C2E16EF}" srcId="{B9FFF521-1933-46D8-81A7-389B8FE65C6B}" destId="{0072C9E0-F264-45AD-A5F4-97D635796709}" srcOrd="3" destOrd="0" parTransId="{F9F52C56-FB3C-4BE7-9B53-09E33074034B}" sibTransId="{4782026F-3828-467D-8700-7014A83FD028}"/>
    <dgm:cxn modelId="{9C93CB27-F2CD-6C4E-AC62-5EDB9ECB26DD}" type="presOf" srcId="{B9FFF521-1933-46D8-81A7-389B8FE65C6B}" destId="{259582A7-8D42-C943-824C-2D4AED5E54C1}" srcOrd="0" destOrd="0" presId="urn:microsoft.com/office/officeart/2008/layout/LinedList"/>
    <dgm:cxn modelId="{E6C8BC33-91D3-4B7B-8C85-320FC327BB04}" srcId="{B9FFF521-1933-46D8-81A7-389B8FE65C6B}" destId="{8680EBD2-EA7F-4AA5-8310-2998B09FEF3E}" srcOrd="2" destOrd="0" parTransId="{A3E99696-E762-4721-9884-4BE12DD357A2}" sibTransId="{5A230E05-305C-467C-B52A-D880E2536F93}"/>
    <dgm:cxn modelId="{AA073F38-8430-E541-87FE-905E1D04B2B9}" type="presOf" srcId="{071437A1-BAFC-437A-B1C2-370D0341AE97}" destId="{793CA244-6C82-1949-AF6D-8967DC0520C2}" srcOrd="0" destOrd="0" presId="urn:microsoft.com/office/officeart/2008/layout/LinedList"/>
    <dgm:cxn modelId="{33BAAD3C-7168-4870-A955-055CE8BDCB7A}" srcId="{B9FFF521-1933-46D8-81A7-389B8FE65C6B}" destId="{5E3F91A0-3C5C-400C-92F5-432CFD412E7F}" srcOrd="6" destOrd="0" parTransId="{68A9F7C1-3264-414E-AFA2-F18379907DB9}" sibTransId="{50759C6F-1FBC-4D02-BAE2-CBA8A83BE273}"/>
    <dgm:cxn modelId="{939D5265-1827-2542-994B-CF7ADA37B64B}" type="presOf" srcId="{060BC50B-ABAF-44EF-BBF0-3FECF5F66E50}" destId="{5802444C-76AE-A049-B673-D2F0AA11A959}" srcOrd="0" destOrd="0" presId="urn:microsoft.com/office/officeart/2008/layout/LinedList"/>
    <dgm:cxn modelId="{03763868-A78C-40FA-A568-BD40859A5D73}" srcId="{B9FFF521-1933-46D8-81A7-389B8FE65C6B}" destId="{060BC50B-ABAF-44EF-BBF0-3FECF5F66E50}" srcOrd="5" destOrd="0" parTransId="{14B83712-20A3-4A4C-BD99-785D85BD8492}" sibTransId="{ACCE53C9-4399-4AF9-B137-08E645BFE287}"/>
    <dgm:cxn modelId="{F263206D-5074-4609-9424-E7F807390AB1}" srcId="{B9FFF521-1933-46D8-81A7-389B8FE65C6B}" destId="{071437A1-BAFC-437A-B1C2-370D0341AE97}" srcOrd="4" destOrd="0" parTransId="{606BE382-ACD6-4C81-A703-34F09066C605}" sibTransId="{CDBE6C8B-D80A-40E6-8550-3CB76F3ED3CF}"/>
    <dgm:cxn modelId="{A30BD44E-1D04-C042-90D1-FC80E9A53284}" type="presOf" srcId="{5E3F91A0-3C5C-400C-92F5-432CFD412E7F}" destId="{74840EC7-9365-1B40-A41E-78359A78DB17}" srcOrd="0" destOrd="0" presId="urn:microsoft.com/office/officeart/2008/layout/LinedList"/>
    <dgm:cxn modelId="{7712244F-84CB-6E4C-8966-E8AB9376CB1B}" type="presOf" srcId="{5B5BC7D8-22EB-4763-A9A3-FA85EC9C1845}" destId="{7644BCAA-F28A-7240-B600-8B2C563A3FDF}" srcOrd="0" destOrd="0" presId="urn:microsoft.com/office/officeart/2008/layout/LinedList"/>
    <dgm:cxn modelId="{2E824B58-6232-E040-9E5A-349D63E9EF70}" type="presOf" srcId="{67651894-BC50-4987-9864-A6C50DD158B6}" destId="{CE7FA27E-847A-C540-8DB6-1E8D4EDDA6CC}" srcOrd="0" destOrd="0" presId="urn:microsoft.com/office/officeart/2008/layout/LinedList"/>
    <dgm:cxn modelId="{BC187E9F-C2C8-40D8-B70D-C73E9D7C243E}" srcId="{B9FFF521-1933-46D8-81A7-389B8FE65C6B}" destId="{B2CC54BC-5556-4D9C-B38B-25CB3B433F90}" srcOrd="7" destOrd="0" parTransId="{16F320ED-6C74-403A-A03E-667C6224BF83}" sibTransId="{8F42F605-A6FB-4142-A6F9-815A4F9FBCD1}"/>
    <dgm:cxn modelId="{D8C151B0-9B8C-6848-BD60-BBC958120FEB}" type="presOf" srcId="{DEACDA4F-2123-44DF-B4B6-7ACA7F5C05F7}" destId="{F808963A-BB0A-D04B-B0F5-9716E9E980EB}" srcOrd="0" destOrd="0" presId="urn:microsoft.com/office/officeart/2008/layout/LinedList"/>
    <dgm:cxn modelId="{E2572AB1-D513-44AD-A937-44F3F8367E27}" srcId="{B9FFF521-1933-46D8-81A7-389B8FE65C6B}" destId="{67651894-BC50-4987-9864-A6C50DD158B6}" srcOrd="0" destOrd="0" parTransId="{E780C378-8D3F-4926-A5FD-C8F8D994C69B}" sibTransId="{0AD9550C-3E4A-487C-9FE6-FEF363A8D502}"/>
    <dgm:cxn modelId="{29928FBF-B39B-9748-8C2C-7A02FA9CC365}" type="presOf" srcId="{0072C9E0-F264-45AD-A5F4-97D635796709}" destId="{08A5D582-D61D-5345-B191-EA2E0D25A2DF}" srcOrd="0" destOrd="0" presId="urn:microsoft.com/office/officeart/2008/layout/LinedList"/>
    <dgm:cxn modelId="{4A9185C1-0A80-5D4F-9D06-539F6CE1F798}" type="presOf" srcId="{CA17DC29-AE08-4DC6-BB6D-05188AE4CDBE}" destId="{D2C7D76A-A650-A944-9572-742CDFC6998A}" srcOrd="0" destOrd="0" presId="urn:microsoft.com/office/officeart/2008/layout/LinedList"/>
    <dgm:cxn modelId="{D47608EF-5BE1-4B45-B592-3009D7587012}" srcId="{B9FFF521-1933-46D8-81A7-389B8FE65C6B}" destId="{CA17DC29-AE08-4DC6-BB6D-05188AE4CDBE}" srcOrd="9" destOrd="0" parTransId="{C204F437-5F9B-4ADF-9660-2C7B0AA8B0FD}" sibTransId="{8D0A1A90-815A-4F3B-B6F9-527D09FEAB70}"/>
    <dgm:cxn modelId="{7F3F6BEF-92E5-4DB1-A483-FA9D90503036}" srcId="{B9FFF521-1933-46D8-81A7-389B8FE65C6B}" destId="{5B5BC7D8-22EB-4763-A9A3-FA85EC9C1845}" srcOrd="1" destOrd="0" parTransId="{7012CBE9-4B68-4952-AE43-303BF2951F57}" sibTransId="{33961C8C-AC40-4115-9880-67D6979A385E}"/>
    <dgm:cxn modelId="{44FA80F7-2AEE-2841-8E2E-964E55FC3A3D}" type="presOf" srcId="{B2CC54BC-5556-4D9C-B38B-25CB3B433F90}" destId="{F0F11B51-0E59-6643-A2A3-5171ABE68A5C}" srcOrd="0" destOrd="0" presId="urn:microsoft.com/office/officeart/2008/layout/LinedList"/>
    <dgm:cxn modelId="{AA80322A-2620-8546-83B1-37539F1A5216}" type="presParOf" srcId="{259582A7-8D42-C943-824C-2D4AED5E54C1}" destId="{B1F64ABB-8AD1-5A4C-B7D3-C1BA6D7CC4DB}" srcOrd="0" destOrd="0" presId="urn:microsoft.com/office/officeart/2008/layout/LinedList"/>
    <dgm:cxn modelId="{DDBCCAEC-19DC-DA40-9DDD-410F0ABCA8B6}" type="presParOf" srcId="{259582A7-8D42-C943-824C-2D4AED5E54C1}" destId="{AD9F20A3-DDB2-1544-88C3-20417AF4A705}" srcOrd="1" destOrd="0" presId="urn:microsoft.com/office/officeart/2008/layout/LinedList"/>
    <dgm:cxn modelId="{3C4A21AC-9421-A943-99E1-B3A914B17AC4}" type="presParOf" srcId="{AD9F20A3-DDB2-1544-88C3-20417AF4A705}" destId="{CE7FA27E-847A-C540-8DB6-1E8D4EDDA6CC}" srcOrd="0" destOrd="0" presId="urn:microsoft.com/office/officeart/2008/layout/LinedList"/>
    <dgm:cxn modelId="{236AE52D-A3FD-9244-A414-E0D3B3996017}" type="presParOf" srcId="{AD9F20A3-DDB2-1544-88C3-20417AF4A705}" destId="{C5D7DC9D-A3E0-0540-A22F-6D9298308A72}" srcOrd="1" destOrd="0" presId="urn:microsoft.com/office/officeart/2008/layout/LinedList"/>
    <dgm:cxn modelId="{D0A2C7F5-C7C6-C24F-A47F-25F28BAAAC00}" type="presParOf" srcId="{259582A7-8D42-C943-824C-2D4AED5E54C1}" destId="{E3D7C1AF-EF8E-D745-9461-2B718522994A}" srcOrd="2" destOrd="0" presId="urn:microsoft.com/office/officeart/2008/layout/LinedList"/>
    <dgm:cxn modelId="{2391239C-57C7-1C4B-BC07-275266BE91FA}" type="presParOf" srcId="{259582A7-8D42-C943-824C-2D4AED5E54C1}" destId="{9DB7C244-7954-B145-9157-1F59CC59F955}" srcOrd="3" destOrd="0" presId="urn:microsoft.com/office/officeart/2008/layout/LinedList"/>
    <dgm:cxn modelId="{2A14DF1E-FE93-FC45-8282-7D9EC91181E5}" type="presParOf" srcId="{9DB7C244-7954-B145-9157-1F59CC59F955}" destId="{7644BCAA-F28A-7240-B600-8B2C563A3FDF}" srcOrd="0" destOrd="0" presId="urn:microsoft.com/office/officeart/2008/layout/LinedList"/>
    <dgm:cxn modelId="{28AA7C16-8065-6040-A098-D26ACBC755A8}" type="presParOf" srcId="{9DB7C244-7954-B145-9157-1F59CC59F955}" destId="{63654366-AC90-BA43-A9A5-23A71C20EA5E}" srcOrd="1" destOrd="0" presId="urn:microsoft.com/office/officeart/2008/layout/LinedList"/>
    <dgm:cxn modelId="{1CA88619-634A-074C-9E55-BCFCFA518EE9}" type="presParOf" srcId="{259582A7-8D42-C943-824C-2D4AED5E54C1}" destId="{40C3C460-B5A1-2944-AD5E-FBAFC0B50338}" srcOrd="4" destOrd="0" presId="urn:microsoft.com/office/officeart/2008/layout/LinedList"/>
    <dgm:cxn modelId="{4E896DE6-7795-8C44-96AC-EAF0495B85D1}" type="presParOf" srcId="{259582A7-8D42-C943-824C-2D4AED5E54C1}" destId="{FFF5C57A-EA35-6C44-9F5B-BF3D106C3DF8}" srcOrd="5" destOrd="0" presId="urn:microsoft.com/office/officeart/2008/layout/LinedList"/>
    <dgm:cxn modelId="{BA05444D-42C9-EA4E-9AC1-B08240343A3C}" type="presParOf" srcId="{FFF5C57A-EA35-6C44-9F5B-BF3D106C3DF8}" destId="{E8EAEEF4-7519-D848-91A4-3E16254444E7}" srcOrd="0" destOrd="0" presId="urn:microsoft.com/office/officeart/2008/layout/LinedList"/>
    <dgm:cxn modelId="{C7848BE9-BBB3-6841-AD32-AB90A3158195}" type="presParOf" srcId="{FFF5C57A-EA35-6C44-9F5B-BF3D106C3DF8}" destId="{3D29F74B-625A-AB45-A0CC-329C51EB8017}" srcOrd="1" destOrd="0" presId="urn:microsoft.com/office/officeart/2008/layout/LinedList"/>
    <dgm:cxn modelId="{460D4294-0672-E64D-8FAE-24281110E40C}" type="presParOf" srcId="{259582A7-8D42-C943-824C-2D4AED5E54C1}" destId="{EA08E3CF-6045-0F47-A625-C95A268D2001}" srcOrd="6" destOrd="0" presId="urn:microsoft.com/office/officeart/2008/layout/LinedList"/>
    <dgm:cxn modelId="{D79049FA-D6E3-3745-BD0E-3F7DF28C2246}" type="presParOf" srcId="{259582A7-8D42-C943-824C-2D4AED5E54C1}" destId="{494ACB0E-9FCA-8549-B45D-16241F163CFB}" srcOrd="7" destOrd="0" presId="urn:microsoft.com/office/officeart/2008/layout/LinedList"/>
    <dgm:cxn modelId="{9B5991F3-CFA3-9A45-81E8-31BFD9C6DAEC}" type="presParOf" srcId="{494ACB0E-9FCA-8549-B45D-16241F163CFB}" destId="{08A5D582-D61D-5345-B191-EA2E0D25A2DF}" srcOrd="0" destOrd="0" presId="urn:microsoft.com/office/officeart/2008/layout/LinedList"/>
    <dgm:cxn modelId="{D5F39706-914E-2941-BD93-4E27F565D1B3}" type="presParOf" srcId="{494ACB0E-9FCA-8549-B45D-16241F163CFB}" destId="{31F44EFB-C795-EF4C-AFD8-8E096F0840BE}" srcOrd="1" destOrd="0" presId="urn:microsoft.com/office/officeart/2008/layout/LinedList"/>
    <dgm:cxn modelId="{CF0BC17F-4B3F-B446-BCBF-CCECAF4B4C2E}" type="presParOf" srcId="{259582A7-8D42-C943-824C-2D4AED5E54C1}" destId="{0484F2A8-5500-E24B-A7F0-FB126476E6FB}" srcOrd="8" destOrd="0" presId="urn:microsoft.com/office/officeart/2008/layout/LinedList"/>
    <dgm:cxn modelId="{689E910A-E365-7C46-97CE-2D189E9E1B36}" type="presParOf" srcId="{259582A7-8D42-C943-824C-2D4AED5E54C1}" destId="{42C5E82E-67D8-964F-8554-AC2272908E3D}" srcOrd="9" destOrd="0" presId="urn:microsoft.com/office/officeart/2008/layout/LinedList"/>
    <dgm:cxn modelId="{8C1857F2-C6A6-F746-AEC8-CD0809BBB6C2}" type="presParOf" srcId="{42C5E82E-67D8-964F-8554-AC2272908E3D}" destId="{793CA244-6C82-1949-AF6D-8967DC0520C2}" srcOrd="0" destOrd="0" presId="urn:microsoft.com/office/officeart/2008/layout/LinedList"/>
    <dgm:cxn modelId="{9E6CCD43-6BEA-9647-9067-F69B01844A4E}" type="presParOf" srcId="{42C5E82E-67D8-964F-8554-AC2272908E3D}" destId="{B7E7CE0D-D171-9E4B-8961-52737C7C33E0}" srcOrd="1" destOrd="0" presId="urn:microsoft.com/office/officeart/2008/layout/LinedList"/>
    <dgm:cxn modelId="{D8F393D7-60F7-CD4B-964B-9CC80BED5897}" type="presParOf" srcId="{259582A7-8D42-C943-824C-2D4AED5E54C1}" destId="{D5D9B870-46E3-C54E-A1CA-571165BBE520}" srcOrd="10" destOrd="0" presId="urn:microsoft.com/office/officeart/2008/layout/LinedList"/>
    <dgm:cxn modelId="{EE28A6BC-E0B8-EE4B-843F-BCA01ECE44BA}" type="presParOf" srcId="{259582A7-8D42-C943-824C-2D4AED5E54C1}" destId="{4B9B2CAB-E7B8-404B-998F-6ABE34F8A77E}" srcOrd="11" destOrd="0" presId="urn:microsoft.com/office/officeart/2008/layout/LinedList"/>
    <dgm:cxn modelId="{C0FDB765-20B0-A940-A7FE-50F0B2F05F96}" type="presParOf" srcId="{4B9B2CAB-E7B8-404B-998F-6ABE34F8A77E}" destId="{5802444C-76AE-A049-B673-D2F0AA11A959}" srcOrd="0" destOrd="0" presId="urn:microsoft.com/office/officeart/2008/layout/LinedList"/>
    <dgm:cxn modelId="{EDF14151-D164-4949-A13C-7A27C11534BE}" type="presParOf" srcId="{4B9B2CAB-E7B8-404B-998F-6ABE34F8A77E}" destId="{CBEEE7B8-E7D6-464D-90D3-EC40C1224788}" srcOrd="1" destOrd="0" presId="urn:microsoft.com/office/officeart/2008/layout/LinedList"/>
    <dgm:cxn modelId="{F9DABACF-24B5-2B4F-BD99-0C5855D45A2B}" type="presParOf" srcId="{259582A7-8D42-C943-824C-2D4AED5E54C1}" destId="{72873354-E660-374B-8F80-F6D2E6C80F25}" srcOrd="12" destOrd="0" presId="urn:microsoft.com/office/officeart/2008/layout/LinedList"/>
    <dgm:cxn modelId="{397A666D-6F97-D840-AD5B-9EF1DBAABDDB}" type="presParOf" srcId="{259582A7-8D42-C943-824C-2D4AED5E54C1}" destId="{18D81B4F-B788-8745-83D0-6B95F820A082}" srcOrd="13" destOrd="0" presId="urn:microsoft.com/office/officeart/2008/layout/LinedList"/>
    <dgm:cxn modelId="{9E7CC55E-4455-1549-BE05-F79C417F32AE}" type="presParOf" srcId="{18D81B4F-B788-8745-83D0-6B95F820A082}" destId="{74840EC7-9365-1B40-A41E-78359A78DB17}" srcOrd="0" destOrd="0" presId="urn:microsoft.com/office/officeart/2008/layout/LinedList"/>
    <dgm:cxn modelId="{BF7C1CD9-FAB2-EB4D-B59D-5ADB8E4CBDED}" type="presParOf" srcId="{18D81B4F-B788-8745-83D0-6B95F820A082}" destId="{012CF5D1-4C6C-6E4A-AA6A-13AD8C747878}" srcOrd="1" destOrd="0" presId="urn:microsoft.com/office/officeart/2008/layout/LinedList"/>
    <dgm:cxn modelId="{255CC7B3-4840-A74A-93ED-22AADDB3FF7C}" type="presParOf" srcId="{259582A7-8D42-C943-824C-2D4AED5E54C1}" destId="{36AA6898-DBB7-0149-A97A-4AE3266CB5FF}" srcOrd="14" destOrd="0" presId="urn:microsoft.com/office/officeart/2008/layout/LinedList"/>
    <dgm:cxn modelId="{7B884C3A-FD2B-6742-BEBA-49AA4B5239B6}" type="presParOf" srcId="{259582A7-8D42-C943-824C-2D4AED5E54C1}" destId="{468F7D41-9B3E-5A4F-9533-1FBFD8A451B3}" srcOrd="15" destOrd="0" presId="urn:microsoft.com/office/officeart/2008/layout/LinedList"/>
    <dgm:cxn modelId="{3CA1EC63-8D0A-6342-8C97-ABF6FDF17845}" type="presParOf" srcId="{468F7D41-9B3E-5A4F-9533-1FBFD8A451B3}" destId="{F0F11B51-0E59-6643-A2A3-5171ABE68A5C}" srcOrd="0" destOrd="0" presId="urn:microsoft.com/office/officeart/2008/layout/LinedList"/>
    <dgm:cxn modelId="{C8A964E7-D99E-9642-B46B-26842AA56D9C}" type="presParOf" srcId="{468F7D41-9B3E-5A4F-9533-1FBFD8A451B3}" destId="{A49660C3-B9A3-C942-BF73-8C357C395AD2}" srcOrd="1" destOrd="0" presId="urn:microsoft.com/office/officeart/2008/layout/LinedList"/>
    <dgm:cxn modelId="{4BCDC70C-3D73-C541-BB42-569D349E4C8D}" type="presParOf" srcId="{259582A7-8D42-C943-824C-2D4AED5E54C1}" destId="{421C303F-38CB-A448-8658-473DF580ED40}" srcOrd="16" destOrd="0" presId="urn:microsoft.com/office/officeart/2008/layout/LinedList"/>
    <dgm:cxn modelId="{EDF10E80-CFAD-0C45-BA2D-E5FC315EF8ED}" type="presParOf" srcId="{259582A7-8D42-C943-824C-2D4AED5E54C1}" destId="{F79C6737-7688-8940-9390-055065DCE0E7}" srcOrd="17" destOrd="0" presId="urn:microsoft.com/office/officeart/2008/layout/LinedList"/>
    <dgm:cxn modelId="{E3BE195C-E9D6-CF40-A0A6-D15E30B04151}" type="presParOf" srcId="{F79C6737-7688-8940-9390-055065DCE0E7}" destId="{F808963A-BB0A-D04B-B0F5-9716E9E980EB}" srcOrd="0" destOrd="0" presId="urn:microsoft.com/office/officeart/2008/layout/LinedList"/>
    <dgm:cxn modelId="{B69B7276-7566-494F-AD7E-5A2776A87A52}" type="presParOf" srcId="{F79C6737-7688-8940-9390-055065DCE0E7}" destId="{8D886C3C-1CCB-F141-B188-72A843CF31C2}" srcOrd="1" destOrd="0" presId="urn:microsoft.com/office/officeart/2008/layout/LinedList"/>
    <dgm:cxn modelId="{67DCBDC9-DFBC-D54D-8D98-7CAFCB8B5B5D}" type="presParOf" srcId="{259582A7-8D42-C943-824C-2D4AED5E54C1}" destId="{13500AFD-3DB5-2444-BA32-46CEAECE30C5}" srcOrd="18" destOrd="0" presId="urn:microsoft.com/office/officeart/2008/layout/LinedList"/>
    <dgm:cxn modelId="{675A159C-0FFD-4C4B-BDC3-2E079FD1D0F5}" type="presParOf" srcId="{259582A7-8D42-C943-824C-2D4AED5E54C1}" destId="{8E798CA8-DEC2-E84D-9FC2-83E53DD83C3D}" srcOrd="19" destOrd="0" presId="urn:microsoft.com/office/officeart/2008/layout/LinedList"/>
    <dgm:cxn modelId="{02C35927-E7EB-1643-AFF9-D955443CDA8F}" type="presParOf" srcId="{8E798CA8-DEC2-E84D-9FC2-83E53DD83C3D}" destId="{D2C7D76A-A650-A944-9572-742CDFC6998A}" srcOrd="0" destOrd="0" presId="urn:microsoft.com/office/officeart/2008/layout/LinedList"/>
    <dgm:cxn modelId="{948C1D34-9067-3E4A-B71C-2B5C393F8BF5}" type="presParOf" srcId="{8E798CA8-DEC2-E84D-9FC2-83E53DD83C3D}" destId="{25028311-A0D0-2449-807C-C1EE8672378F}" srcOrd="1" destOrd="0" presId="urn:microsoft.com/office/officeart/2008/layout/LinedList"/>
    <dgm:cxn modelId="{FBF08C4A-43F8-364C-9D27-A42ABF8E239E}" type="presParOf" srcId="{259582A7-8D42-C943-824C-2D4AED5E54C1}" destId="{EA3FE5A0-13C5-D442-B43B-DB611D512F50}" srcOrd="20" destOrd="0" presId="urn:microsoft.com/office/officeart/2008/layout/LinedList"/>
    <dgm:cxn modelId="{1580474C-157A-014F-A05D-09869E8B15DA}" type="presParOf" srcId="{259582A7-8D42-C943-824C-2D4AED5E54C1}" destId="{C232109B-F442-114C-A17E-515176F132AE}" srcOrd="21" destOrd="0" presId="urn:microsoft.com/office/officeart/2008/layout/LinedList"/>
    <dgm:cxn modelId="{8F8D5896-CEDA-7A42-A23A-A7B3F5E127CE}" type="presParOf" srcId="{C232109B-F442-114C-A17E-515176F132AE}" destId="{BCDD1892-375C-A240-A9ED-076691B3D572}" srcOrd="0" destOrd="0" presId="urn:microsoft.com/office/officeart/2008/layout/LinedList"/>
    <dgm:cxn modelId="{BFC8E51E-4C91-C941-BDE6-9FA6F84C3B72}" type="presParOf" srcId="{C232109B-F442-114C-A17E-515176F132AE}" destId="{C6F7353C-0B81-AD4A-AD56-4F0E9F4860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BC45F-613B-46A1-95E6-F68C2A8BB08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067437-52B0-4B3A-8451-191150F211F4}">
      <dgm:prSet/>
      <dgm:spPr/>
      <dgm:t>
        <a:bodyPr/>
        <a:lstStyle/>
        <a:p>
          <a:r>
            <a:rPr lang="en-IN" dirty="0"/>
            <a:t>Resumes get rejected by ATS filters</a:t>
          </a:r>
          <a:endParaRPr lang="en-US" dirty="0"/>
        </a:p>
      </dgm:t>
    </dgm:pt>
    <dgm:pt modelId="{C4DF0951-63B8-4CAE-BBA1-B093DD0C9AF2}" type="parTrans" cxnId="{6E01B26A-6815-45EB-A4C7-4EB2C95CB4AB}">
      <dgm:prSet/>
      <dgm:spPr/>
      <dgm:t>
        <a:bodyPr/>
        <a:lstStyle/>
        <a:p>
          <a:endParaRPr lang="en-US"/>
        </a:p>
      </dgm:t>
    </dgm:pt>
    <dgm:pt modelId="{27BA501B-EC9C-46E2-A454-D1DF6D635C7B}" type="sibTrans" cxnId="{6E01B26A-6815-45EB-A4C7-4EB2C95CB4AB}">
      <dgm:prSet/>
      <dgm:spPr/>
      <dgm:t>
        <a:bodyPr/>
        <a:lstStyle/>
        <a:p>
          <a:endParaRPr lang="en-US"/>
        </a:p>
      </dgm:t>
    </dgm:pt>
    <dgm:pt modelId="{FA14D0FE-38B3-4912-A229-B2029B777AC7}">
      <dgm:prSet/>
      <dgm:spPr/>
      <dgm:t>
        <a:bodyPr/>
        <a:lstStyle/>
        <a:p>
          <a:r>
            <a:rPr lang="en-IN" dirty="0"/>
            <a:t>Job seekers struggle to find the right roles</a:t>
          </a:r>
          <a:endParaRPr lang="en-US" dirty="0"/>
        </a:p>
      </dgm:t>
    </dgm:pt>
    <dgm:pt modelId="{710F9308-D406-4A92-AE4E-0586F076EFFB}" type="parTrans" cxnId="{D8F1D4F6-A6B9-483C-A647-0C2A5D2D4CD2}">
      <dgm:prSet/>
      <dgm:spPr/>
      <dgm:t>
        <a:bodyPr/>
        <a:lstStyle/>
        <a:p>
          <a:endParaRPr lang="en-US"/>
        </a:p>
      </dgm:t>
    </dgm:pt>
    <dgm:pt modelId="{8E621739-4FDF-4999-B47A-CF22D1EDC90E}" type="sibTrans" cxnId="{D8F1D4F6-A6B9-483C-A647-0C2A5D2D4CD2}">
      <dgm:prSet/>
      <dgm:spPr/>
      <dgm:t>
        <a:bodyPr/>
        <a:lstStyle/>
        <a:p>
          <a:endParaRPr lang="en-US"/>
        </a:p>
      </dgm:t>
    </dgm:pt>
    <dgm:pt modelId="{9EA973B6-730C-47C1-A664-C7DED0165529}">
      <dgm:prSet/>
      <dgm:spPr/>
      <dgm:t>
        <a:bodyPr/>
        <a:lstStyle/>
        <a:p>
          <a:r>
            <a:rPr lang="en-IN" dirty="0"/>
            <a:t>Tailoring resumes takes time</a:t>
          </a:r>
          <a:endParaRPr lang="en-US" dirty="0"/>
        </a:p>
      </dgm:t>
    </dgm:pt>
    <dgm:pt modelId="{4ABE2F4C-7E4A-45A0-BCB5-A0B50B0D6B18}" type="parTrans" cxnId="{954F7D34-FD74-453A-9C91-CC0D0E6FB40B}">
      <dgm:prSet/>
      <dgm:spPr/>
      <dgm:t>
        <a:bodyPr/>
        <a:lstStyle/>
        <a:p>
          <a:endParaRPr lang="en-US"/>
        </a:p>
      </dgm:t>
    </dgm:pt>
    <dgm:pt modelId="{8CCA1135-4D05-45A2-9F3F-9EDC428D1A44}" type="sibTrans" cxnId="{954F7D34-FD74-453A-9C91-CC0D0E6FB40B}">
      <dgm:prSet/>
      <dgm:spPr/>
      <dgm:t>
        <a:bodyPr/>
        <a:lstStyle/>
        <a:p>
          <a:endParaRPr lang="en-US"/>
        </a:p>
      </dgm:t>
    </dgm:pt>
    <dgm:pt modelId="{2B8C7F7C-A159-4D08-8D45-07F7869D4AC9}">
      <dgm:prSet/>
      <dgm:spPr/>
      <dgm:t>
        <a:bodyPr/>
        <a:lstStyle/>
        <a:p>
          <a:r>
            <a:rPr lang="en-IN" dirty="0"/>
            <a:t>Interview preparation is inconsistent</a:t>
          </a:r>
          <a:endParaRPr lang="en-US" dirty="0"/>
        </a:p>
      </dgm:t>
    </dgm:pt>
    <dgm:pt modelId="{6232CE03-66FB-464E-A35C-A62FFCD8527D}" type="parTrans" cxnId="{B32653D1-3ECF-4309-8112-11D31E378957}">
      <dgm:prSet/>
      <dgm:spPr/>
      <dgm:t>
        <a:bodyPr/>
        <a:lstStyle/>
        <a:p>
          <a:endParaRPr lang="en-US"/>
        </a:p>
      </dgm:t>
    </dgm:pt>
    <dgm:pt modelId="{C30ECB1F-0BEB-46F1-ABD1-A58C2EE5F398}" type="sibTrans" cxnId="{B32653D1-3ECF-4309-8112-11D31E378957}">
      <dgm:prSet/>
      <dgm:spPr/>
      <dgm:t>
        <a:bodyPr/>
        <a:lstStyle/>
        <a:p>
          <a:endParaRPr lang="en-US"/>
        </a:p>
      </dgm:t>
    </dgm:pt>
    <dgm:pt modelId="{BBDD8797-A95A-471E-93A8-4458A950BA97}">
      <dgm:prSet/>
      <dgm:spPr/>
      <dgm:t>
        <a:bodyPr/>
        <a:lstStyle/>
        <a:p>
          <a:r>
            <a:rPr lang="en-IN" dirty="0"/>
            <a:t>Students lack strong project portfolios</a:t>
          </a:r>
          <a:endParaRPr lang="en-US" dirty="0"/>
        </a:p>
      </dgm:t>
    </dgm:pt>
    <dgm:pt modelId="{0AE159F2-B9E7-4F88-9018-F50C12587B80}" type="parTrans" cxnId="{BBCA5A8E-4F01-4395-B429-312E17749D7F}">
      <dgm:prSet/>
      <dgm:spPr/>
      <dgm:t>
        <a:bodyPr/>
        <a:lstStyle/>
        <a:p>
          <a:endParaRPr lang="en-US"/>
        </a:p>
      </dgm:t>
    </dgm:pt>
    <dgm:pt modelId="{EC0041BC-4792-4C5A-8B6C-8AC190DB6A2D}" type="sibTrans" cxnId="{BBCA5A8E-4F01-4395-B429-312E17749D7F}">
      <dgm:prSet/>
      <dgm:spPr/>
      <dgm:t>
        <a:bodyPr/>
        <a:lstStyle/>
        <a:p>
          <a:endParaRPr lang="en-US"/>
        </a:p>
      </dgm:t>
    </dgm:pt>
    <dgm:pt modelId="{97DC6224-F583-474C-9C0D-2B7E0EE5BB0E}">
      <dgm:prSet/>
      <dgm:spPr/>
      <dgm:t>
        <a:bodyPr/>
        <a:lstStyle/>
        <a:p>
          <a:r>
            <a:rPr lang="en-IN" b="1" dirty="0"/>
            <a:t>The job search process is broken:</a:t>
          </a:r>
          <a:endParaRPr lang="en-US" dirty="0"/>
        </a:p>
      </dgm:t>
    </dgm:pt>
    <dgm:pt modelId="{095E50D1-AD32-4CDD-9494-131DDCC33FF7}" type="sibTrans" cxnId="{0AEC931C-5F64-4D9B-8AA6-0782CABE55FD}">
      <dgm:prSet/>
      <dgm:spPr/>
      <dgm:t>
        <a:bodyPr/>
        <a:lstStyle/>
        <a:p>
          <a:endParaRPr lang="en-US"/>
        </a:p>
      </dgm:t>
    </dgm:pt>
    <dgm:pt modelId="{4DD9DE63-F25D-48F3-B032-879C838BBA8D}" type="parTrans" cxnId="{0AEC931C-5F64-4D9B-8AA6-0782CABE55FD}">
      <dgm:prSet/>
      <dgm:spPr/>
      <dgm:t>
        <a:bodyPr/>
        <a:lstStyle/>
        <a:p>
          <a:endParaRPr lang="en-US"/>
        </a:p>
      </dgm:t>
    </dgm:pt>
    <dgm:pt modelId="{5477EEB9-189F-CB44-A0B5-F509298AF367}" type="pres">
      <dgm:prSet presAssocID="{9B0BC45F-613B-46A1-95E6-F68C2A8BB08E}" presName="vert0" presStyleCnt="0">
        <dgm:presLayoutVars>
          <dgm:dir/>
          <dgm:animOne val="branch"/>
          <dgm:animLvl val="lvl"/>
        </dgm:presLayoutVars>
      </dgm:prSet>
      <dgm:spPr/>
    </dgm:pt>
    <dgm:pt modelId="{133D0273-98D7-324A-9E60-BA16A769953B}" type="pres">
      <dgm:prSet presAssocID="{97DC6224-F583-474C-9C0D-2B7E0EE5BB0E}" presName="thickLine" presStyleLbl="alignNode1" presStyleIdx="0" presStyleCnt="6"/>
      <dgm:spPr/>
    </dgm:pt>
    <dgm:pt modelId="{95C23525-3C17-2343-89CD-498D5C4C8489}" type="pres">
      <dgm:prSet presAssocID="{97DC6224-F583-474C-9C0D-2B7E0EE5BB0E}" presName="horz1" presStyleCnt="0"/>
      <dgm:spPr/>
    </dgm:pt>
    <dgm:pt modelId="{AE779BA7-05C6-614F-BAF9-AAE00F97F5FF}" type="pres">
      <dgm:prSet presAssocID="{97DC6224-F583-474C-9C0D-2B7E0EE5BB0E}" presName="tx1" presStyleLbl="revTx" presStyleIdx="0" presStyleCnt="6"/>
      <dgm:spPr/>
    </dgm:pt>
    <dgm:pt modelId="{842374BD-6290-5D4A-A87C-6AF8444A44F5}" type="pres">
      <dgm:prSet presAssocID="{97DC6224-F583-474C-9C0D-2B7E0EE5BB0E}" presName="vert1" presStyleCnt="0"/>
      <dgm:spPr/>
    </dgm:pt>
    <dgm:pt modelId="{D4027B26-3808-864F-9804-E05138A8938C}" type="pres">
      <dgm:prSet presAssocID="{76067437-52B0-4B3A-8451-191150F211F4}" presName="thickLine" presStyleLbl="alignNode1" presStyleIdx="1" presStyleCnt="6"/>
      <dgm:spPr/>
    </dgm:pt>
    <dgm:pt modelId="{73A112A0-8794-7B4A-AF47-DA0F262781A1}" type="pres">
      <dgm:prSet presAssocID="{76067437-52B0-4B3A-8451-191150F211F4}" presName="horz1" presStyleCnt="0"/>
      <dgm:spPr/>
    </dgm:pt>
    <dgm:pt modelId="{B530D77F-3965-1249-AAEA-2145935B8B49}" type="pres">
      <dgm:prSet presAssocID="{76067437-52B0-4B3A-8451-191150F211F4}" presName="tx1" presStyleLbl="revTx" presStyleIdx="1" presStyleCnt="6"/>
      <dgm:spPr/>
    </dgm:pt>
    <dgm:pt modelId="{4B58FD8C-3AC8-534C-AD1B-6340EA5FE050}" type="pres">
      <dgm:prSet presAssocID="{76067437-52B0-4B3A-8451-191150F211F4}" presName="vert1" presStyleCnt="0"/>
      <dgm:spPr/>
    </dgm:pt>
    <dgm:pt modelId="{89862286-E7A8-854A-BCB5-7AF41095DAD7}" type="pres">
      <dgm:prSet presAssocID="{FA14D0FE-38B3-4912-A229-B2029B777AC7}" presName="thickLine" presStyleLbl="alignNode1" presStyleIdx="2" presStyleCnt="6"/>
      <dgm:spPr/>
    </dgm:pt>
    <dgm:pt modelId="{899BA30E-2A07-3142-9853-3ABC47ADF6C7}" type="pres">
      <dgm:prSet presAssocID="{FA14D0FE-38B3-4912-A229-B2029B777AC7}" presName="horz1" presStyleCnt="0"/>
      <dgm:spPr/>
    </dgm:pt>
    <dgm:pt modelId="{A151EB0C-3C5E-B040-8A46-FF6F4A741CDB}" type="pres">
      <dgm:prSet presAssocID="{FA14D0FE-38B3-4912-A229-B2029B777AC7}" presName="tx1" presStyleLbl="revTx" presStyleIdx="2" presStyleCnt="6"/>
      <dgm:spPr/>
    </dgm:pt>
    <dgm:pt modelId="{3830703A-3A65-BF43-961C-31E3AED816D0}" type="pres">
      <dgm:prSet presAssocID="{FA14D0FE-38B3-4912-A229-B2029B777AC7}" presName="vert1" presStyleCnt="0"/>
      <dgm:spPr/>
    </dgm:pt>
    <dgm:pt modelId="{A3D5F0DA-EF84-5F46-B515-1E8E7424993C}" type="pres">
      <dgm:prSet presAssocID="{9EA973B6-730C-47C1-A664-C7DED0165529}" presName="thickLine" presStyleLbl="alignNode1" presStyleIdx="3" presStyleCnt="6"/>
      <dgm:spPr/>
    </dgm:pt>
    <dgm:pt modelId="{3EA0ACA8-023C-6949-BE01-8C524EBE134D}" type="pres">
      <dgm:prSet presAssocID="{9EA973B6-730C-47C1-A664-C7DED0165529}" presName="horz1" presStyleCnt="0"/>
      <dgm:spPr/>
    </dgm:pt>
    <dgm:pt modelId="{2B43D113-F446-ED45-B6BF-8BC1E67B6C9B}" type="pres">
      <dgm:prSet presAssocID="{9EA973B6-730C-47C1-A664-C7DED0165529}" presName="tx1" presStyleLbl="revTx" presStyleIdx="3" presStyleCnt="6"/>
      <dgm:spPr/>
    </dgm:pt>
    <dgm:pt modelId="{B3B227F1-B0BF-1B40-9667-1C6709EDB8F3}" type="pres">
      <dgm:prSet presAssocID="{9EA973B6-730C-47C1-A664-C7DED0165529}" presName="vert1" presStyleCnt="0"/>
      <dgm:spPr/>
    </dgm:pt>
    <dgm:pt modelId="{C79F7424-04CD-1F4E-851F-3FE6ED120444}" type="pres">
      <dgm:prSet presAssocID="{2B8C7F7C-A159-4D08-8D45-07F7869D4AC9}" presName="thickLine" presStyleLbl="alignNode1" presStyleIdx="4" presStyleCnt="6"/>
      <dgm:spPr/>
    </dgm:pt>
    <dgm:pt modelId="{0D99154D-75F8-FB45-8443-602606083654}" type="pres">
      <dgm:prSet presAssocID="{2B8C7F7C-A159-4D08-8D45-07F7869D4AC9}" presName="horz1" presStyleCnt="0"/>
      <dgm:spPr/>
    </dgm:pt>
    <dgm:pt modelId="{7240A47E-C91E-4347-BA38-2C3F274DAFD2}" type="pres">
      <dgm:prSet presAssocID="{2B8C7F7C-A159-4D08-8D45-07F7869D4AC9}" presName="tx1" presStyleLbl="revTx" presStyleIdx="4" presStyleCnt="6"/>
      <dgm:spPr/>
    </dgm:pt>
    <dgm:pt modelId="{5927BC2E-5256-144C-965B-A28D054ABFCA}" type="pres">
      <dgm:prSet presAssocID="{2B8C7F7C-A159-4D08-8D45-07F7869D4AC9}" presName="vert1" presStyleCnt="0"/>
      <dgm:spPr/>
    </dgm:pt>
    <dgm:pt modelId="{EB4A0F63-66C6-FF4B-A551-54EF55A7DAC8}" type="pres">
      <dgm:prSet presAssocID="{BBDD8797-A95A-471E-93A8-4458A950BA97}" presName="thickLine" presStyleLbl="alignNode1" presStyleIdx="5" presStyleCnt="6"/>
      <dgm:spPr/>
    </dgm:pt>
    <dgm:pt modelId="{B3C09F4C-4263-AB40-8211-FE196D98694A}" type="pres">
      <dgm:prSet presAssocID="{BBDD8797-A95A-471E-93A8-4458A950BA97}" presName="horz1" presStyleCnt="0"/>
      <dgm:spPr/>
    </dgm:pt>
    <dgm:pt modelId="{5736B26B-AA74-6A48-B9B3-5CBBEB4465E7}" type="pres">
      <dgm:prSet presAssocID="{BBDD8797-A95A-471E-93A8-4458A950BA97}" presName="tx1" presStyleLbl="revTx" presStyleIdx="5" presStyleCnt="6"/>
      <dgm:spPr/>
    </dgm:pt>
    <dgm:pt modelId="{9CC0F88C-23E7-6448-8D07-D20082B1C7BD}" type="pres">
      <dgm:prSet presAssocID="{BBDD8797-A95A-471E-93A8-4458A950BA97}" presName="vert1" presStyleCnt="0"/>
      <dgm:spPr/>
    </dgm:pt>
  </dgm:ptLst>
  <dgm:cxnLst>
    <dgm:cxn modelId="{0AEC931C-5F64-4D9B-8AA6-0782CABE55FD}" srcId="{9B0BC45F-613B-46A1-95E6-F68C2A8BB08E}" destId="{97DC6224-F583-474C-9C0D-2B7E0EE5BB0E}" srcOrd="0" destOrd="0" parTransId="{4DD9DE63-F25D-48F3-B032-879C838BBA8D}" sibTransId="{095E50D1-AD32-4CDD-9494-131DDCC33FF7}"/>
    <dgm:cxn modelId="{9F449D21-FFC6-1243-8BF5-C4123B82A73B}" type="presOf" srcId="{76067437-52B0-4B3A-8451-191150F211F4}" destId="{B530D77F-3965-1249-AAEA-2145935B8B49}" srcOrd="0" destOrd="0" presId="urn:microsoft.com/office/officeart/2008/layout/LinedList"/>
    <dgm:cxn modelId="{954F7D34-FD74-453A-9C91-CC0D0E6FB40B}" srcId="{9B0BC45F-613B-46A1-95E6-F68C2A8BB08E}" destId="{9EA973B6-730C-47C1-A664-C7DED0165529}" srcOrd="3" destOrd="0" parTransId="{4ABE2F4C-7E4A-45A0-BCB5-A0B50B0D6B18}" sibTransId="{8CCA1135-4D05-45A2-9F3F-9EDC428D1A44}"/>
    <dgm:cxn modelId="{E8E0CD37-DAE4-C148-9372-B2A0766349F9}" type="presOf" srcId="{9EA973B6-730C-47C1-A664-C7DED0165529}" destId="{2B43D113-F446-ED45-B6BF-8BC1E67B6C9B}" srcOrd="0" destOrd="0" presId="urn:microsoft.com/office/officeart/2008/layout/LinedList"/>
    <dgm:cxn modelId="{6E01B26A-6815-45EB-A4C7-4EB2C95CB4AB}" srcId="{9B0BC45F-613B-46A1-95E6-F68C2A8BB08E}" destId="{76067437-52B0-4B3A-8451-191150F211F4}" srcOrd="1" destOrd="0" parTransId="{C4DF0951-63B8-4CAE-BBA1-B093DD0C9AF2}" sibTransId="{27BA501B-EC9C-46E2-A454-D1DF6D635C7B}"/>
    <dgm:cxn modelId="{BBCA5A8E-4F01-4395-B429-312E17749D7F}" srcId="{9B0BC45F-613B-46A1-95E6-F68C2A8BB08E}" destId="{BBDD8797-A95A-471E-93A8-4458A950BA97}" srcOrd="5" destOrd="0" parTransId="{0AE159F2-B9E7-4F88-9018-F50C12587B80}" sibTransId="{EC0041BC-4792-4C5A-8B6C-8AC190DB6A2D}"/>
    <dgm:cxn modelId="{9E54288F-F043-F542-B356-7A6B66001CE6}" type="presOf" srcId="{2B8C7F7C-A159-4D08-8D45-07F7869D4AC9}" destId="{7240A47E-C91E-4347-BA38-2C3F274DAFD2}" srcOrd="0" destOrd="0" presId="urn:microsoft.com/office/officeart/2008/layout/LinedList"/>
    <dgm:cxn modelId="{42E8BC91-68AF-7E4F-99D2-5321B2574E1B}" type="presOf" srcId="{9B0BC45F-613B-46A1-95E6-F68C2A8BB08E}" destId="{5477EEB9-189F-CB44-A0B5-F509298AF367}" srcOrd="0" destOrd="0" presId="urn:microsoft.com/office/officeart/2008/layout/LinedList"/>
    <dgm:cxn modelId="{B32653D1-3ECF-4309-8112-11D31E378957}" srcId="{9B0BC45F-613B-46A1-95E6-F68C2A8BB08E}" destId="{2B8C7F7C-A159-4D08-8D45-07F7869D4AC9}" srcOrd="4" destOrd="0" parTransId="{6232CE03-66FB-464E-A35C-A62FFCD8527D}" sibTransId="{C30ECB1F-0BEB-46F1-ABD1-A58C2EE5F398}"/>
    <dgm:cxn modelId="{EC1181E1-2A8B-5442-9AAA-C32DC121B5C7}" type="presOf" srcId="{97DC6224-F583-474C-9C0D-2B7E0EE5BB0E}" destId="{AE779BA7-05C6-614F-BAF9-AAE00F97F5FF}" srcOrd="0" destOrd="0" presId="urn:microsoft.com/office/officeart/2008/layout/LinedList"/>
    <dgm:cxn modelId="{3E8166EB-5F17-5644-8FE6-16CF714D07B2}" type="presOf" srcId="{BBDD8797-A95A-471E-93A8-4458A950BA97}" destId="{5736B26B-AA74-6A48-B9B3-5CBBEB4465E7}" srcOrd="0" destOrd="0" presId="urn:microsoft.com/office/officeart/2008/layout/LinedList"/>
    <dgm:cxn modelId="{AC717EF0-8430-5946-BDE2-162D406EE6D5}" type="presOf" srcId="{FA14D0FE-38B3-4912-A229-B2029B777AC7}" destId="{A151EB0C-3C5E-B040-8A46-FF6F4A741CDB}" srcOrd="0" destOrd="0" presId="urn:microsoft.com/office/officeart/2008/layout/LinedList"/>
    <dgm:cxn modelId="{D8F1D4F6-A6B9-483C-A647-0C2A5D2D4CD2}" srcId="{9B0BC45F-613B-46A1-95E6-F68C2A8BB08E}" destId="{FA14D0FE-38B3-4912-A229-B2029B777AC7}" srcOrd="2" destOrd="0" parTransId="{710F9308-D406-4A92-AE4E-0586F076EFFB}" sibTransId="{8E621739-4FDF-4999-B47A-CF22D1EDC90E}"/>
    <dgm:cxn modelId="{27A5CFDA-6755-D343-91C1-7CEA90A282F7}" type="presParOf" srcId="{5477EEB9-189F-CB44-A0B5-F509298AF367}" destId="{133D0273-98D7-324A-9E60-BA16A769953B}" srcOrd="0" destOrd="0" presId="urn:microsoft.com/office/officeart/2008/layout/LinedList"/>
    <dgm:cxn modelId="{C441C1F9-511F-C542-8272-3ADF2C931800}" type="presParOf" srcId="{5477EEB9-189F-CB44-A0B5-F509298AF367}" destId="{95C23525-3C17-2343-89CD-498D5C4C8489}" srcOrd="1" destOrd="0" presId="urn:microsoft.com/office/officeart/2008/layout/LinedList"/>
    <dgm:cxn modelId="{39C8D3E0-6A1E-6448-B777-C2C85BB6439D}" type="presParOf" srcId="{95C23525-3C17-2343-89CD-498D5C4C8489}" destId="{AE779BA7-05C6-614F-BAF9-AAE00F97F5FF}" srcOrd="0" destOrd="0" presId="urn:microsoft.com/office/officeart/2008/layout/LinedList"/>
    <dgm:cxn modelId="{E494D1B5-E85E-104B-A5B7-953D061D8C18}" type="presParOf" srcId="{95C23525-3C17-2343-89CD-498D5C4C8489}" destId="{842374BD-6290-5D4A-A87C-6AF8444A44F5}" srcOrd="1" destOrd="0" presId="urn:microsoft.com/office/officeart/2008/layout/LinedList"/>
    <dgm:cxn modelId="{61A75A7A-40A5-9243-988C-22B4BF55BD55}" type="presParOf" srcId="{5477EEB9-189F-CB44-A0B5-F509298AF367}" destId="{D4027B26-3808-864F-9804-E05138A8938C}" srcOrd="2" destOrd="0" presId="urn:microsoft.com/office/officeart/2008/layout/LinedList"/>
    <dgm:cxn modelId="{F139329B-3075-F249-A100-E8A815ACE553}" type="presParOf" srcId="{5477EEB9-189F-CB44-A0B5-F509298AF367}" destId="{73A112A0-8794-7B4A-AF47-DA0F262781A1}" srcOrd="3" destOrd="0" presId="urn:microsoft.com/office/officeart/2008/layout/LinedList"/>
    <dgm:cxn modelId="{793F4A7C-D803-8645-A731-781A7A026894}" type="presParOf" srcId="{73A112A0-8794-7B4A-AF47-DA0F262781A1}" destId="{B530D77F-3965-1249-AAEA-2145935B8B49}" srcOrd="0" destOrd="0" presId="urn:microsoft.com/office/officeart/2008/layout/LinedList"/>
    <dgm:cxn modelId="{6AC6B603-C486-CE45-A9B3-B107F9FD1018}" type="presParOf" srcId="{73A112A0-8794-7B4A-AF47-DA0F262781A1}" destId="{4B58FD8C-3AC8-534C-AD1B-6340EA5FE050}" srcOrd="1" destOrd="0" presId="urn:microsoft.com/office/officeart/2008/layout/LinedList"/>
    <dgm:cxn modelId="{131A7B6C-F45A-E646-B657-EE39D8AE97D7}" type="presParOf" srcId="{5477EEB9-189F-CB44-A0B5-F509298AF367}" destId="{89862286-E7A8-854A-BCB5-7AF41095DAD7}" srcOrd="4" destOrd="0" presId="urn:microsoft.com/office/officeart/2008/layout/LinedList"/>
    <dgm:cxn modelId="{3E95DE6C-60A8-4D42-BF4C-D42A784A43D9}" type="presParOf" srcId="{5477EEB9-189F-CB44-A0B5-F509298AF367}" destId="{899BA30E-2A07-3142-9853-3ABC47ADF6C7}" srcOrd="5" destOrd="0" presId="urn:microsoft.com/office/officeart/2008/layout/LinedList"/>
    <dgm:cxn modelId="{4A7F75BB-60C4-B949-B067-00F2F4EBD3D8}" type="presParOf" srcId="{899BA30E-2A07-3142-9853-3ABC47ADF6C7}" destId="{A151EB0C-3C5E-B040-8A46-FF6F4A741CDB}" srcOrd="0" destOrd="0" presId="urn:microsoft.com/office/officeart/2008/layout/LinedList"/>
    <dgm:cxn modelId="{F55C1DA3-AD89-4B43-8B63-CE731D38A007}" type="presParOf" srcId="{899BA30E-2A07-3142-9853-3ABC47ADF6C7}" destId="{3830703A-3A65-BF43-961C-31E3AED816D0}" srcOrd="1" destOrd="0" presId="urn:microsoft.com/office/officeart/2008/layout/LinedList"/>
    <dgm:cxn modelId="{74578FEA-72FD-2B41-8BF9-ABFEEDCC3FBF}" type="presParOf" srcId="{5477EEB9-189F-CB44-A0B5-F509298AF367}" destId="{A3D5F0DA-EF84-5F46-B515-1E8E7424993C}" srcOrd="6" destOrd="0" presId="urn:microsoft.com/office/officeart/2008/layout/LinedList"/>
    <dgm:cxn modelId="{020EC4FA-89A8-A64A-BE9B-5E6F061989EB}" type="presParOf" srcId="{5477EEB9-189F-CB44-A0B5-F509298AF367}" destId="{3EA0ACA8-023C-6949-BE01-8C524EBE134D}" srcOrd="7" destOrd="0" presId="urn:microsoft.com/office/officeart/2008/layout/LinedList"/>
    <dgm:cxn modelId="{25257CAB-A908-A14D-BC11-B536A0683470}" type="presParOf" srcId="{3EA0ACA8-023C-6949-BE01-8C524EBE134D}" destId="{2B43D113-F446-ED45-B6BF-8BC1E67B6C9B}" srcOrd="0" destOrd="0" presId="urn:microsoft.com/office/officeart/2008/layout/LinedList"/>
    <dgm:cxn modelId="{10A430B4-3D1D-3E4F-A5E9-6844FA6B55F8}" type="presParOf" srcId="{3EA0ACA8-023C-6949-BE01-8C524EBE134D}" destId="{B3B227F1-B0BF-1B40-9667-1C6709EDB8F3}" srcOrd="1" destOrd="0" presId="urn:microsoft.com/office/officeart/2008/layout/LinedList"/>
    <dgm:cxn modelId="{8529148B-3C40-7A48-87B5-EDC889719312}" type="presParOf" srcId="{5477EEB9-189F-CB44-A0B5-F509298AF367}" destId="{C79F7424-04CD-1F4E-851F-3FE6ED120444}" srcOrd="8" destOrd="0" presId="urn:microsoft.com/office/officeart/2008/layout/LinedList"/>
    <dgm:cxn modelId="{DE270A0C-9882-2B40-9F5F-E28649AC346A}" type="presParOf" srcId="{5477EEB9-189F-CB44-A0B5-F509298AF367}" destId="{0D99154D-75F8-FB45-8443-602606083654}" srcOrd="9" destOrd="0" presId="urn:microsoft.com/office/officeart/2008/layout/LinedList"/>
    <dgm:cxn modelId="{805492DC-3FC2-DC49-91D8-9E8C74CABC5B}" type="presParOf" srcId="{0D99154D-75F8-FB45-8443-602606083654}" destId="{7240A47E-C91E-4347-BA38-2C3F274DAFD2}" srcOrd="0" destOrd="0" presId="urn:microsoft.com/office/officeart/2008/layout/LinedList"/>
    <dgm:cxn modelId="{BF79D366-1997-C54C-992B-70E30A30ADEE}" type="presParOf" srcId="{0D99154D-75F8-FB45-8443-602606083654}" destId="{5927BC2E-5256-144C-965B-A28D054ABFCA}" srcOrd="1" destOrd="0" presId="urn:microsoft.com/office/officeart/2008/layout/LinedList"/>
    <dgm:cxn modelId="{BE7EA9E8-456C-E940-972A-9AE4C551DFDE}" type="presParOf" srcId="{5477EEB9-189F-CB44-A0B5-F509298AF367}" destId="{EB4A0F63-66C6-FF4B-A551-54EF55A7DAC8}" srcOrd="10" destOrd="0" presId="urn:microsoft.com/office/officeart/2008/layout/LinedList"/>
    <dgm:cxn modelId="{EB977A9B-BE94-E34A-813E-E36A909BB332}" type="presParOf" srcId="{5477EEB9-189F-CB44-A0B5-F509298AF367}" destId="{B3C09F4C-4263-AB40-8211-FE196D98694A}" srcOrd="11" destOrd="0" presId="urn:microsoft.com/office/officeart/2008/layout/LinedList"/>
    <dgm:cxn modelId="{098C2947-AD8A-494E-BF96-D5C84770A1F3}" type="presParOf" srcId="{B3C09F4C-4263-AB40-8211-FE196D98694A}" destId="{5736B26B-AA74-6A48-B9B3-5CBBEB4465E7}" srcOrd="0" destOrd="0" presId="urn:microsoft.com/office/officeart/2008/layout/LinedList"/>
    <dgm:cxn modelId="{428AA147-0369-A344-B41B-81A95677E3ED}" type="presParOf" srcId="{B3C09F4C-4263-AB40-8211-FE196D98694A}" destId="{9CC0F88C-23E7-6448-8D07-D20082B1C7B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54C559-B7D7-482D-B9B7-966DBBC05AF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E56023-733D-4670-928F-B8E73FD9083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Why we built this:</a:t>
          </a:r>
          <a:endParaRPr lang="en-US"/>
        </a:p>
      </dgm:t>
    </dgm:pt>
    <dgm:pt modelId="{A9A62D32-004F-4874-879F-4D841610A0FE}" type="parTrans" cxnId="{A2CBBA37-97AA-4349-9F01-ECB98616C25B}">
      <dgm:prSet/>
      <dgm:spPr/>
      <dgm:t>
        <a:bodyPr/>
        <a:lstStyle/>
        <a:p>
          <a:endParaRPr lang="en-US"/>
        </a:p>
      </dgm:t>
    </dgm:pt>
    <dgm:pt modelId="{20B898A7-BAC8-4D81-A43A-6B5DB3975C29}" type="sibTrans" cxnId="{A2CBBA37-97AA-4349-9F01-ECB98616C2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7D331F-765D-49AD-8610-E6E286BF674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automate and simplify the entire career pipeline</a:t>
          </a:r>
          <a:endParaRPr lang="en-US"/>
        </a:p>
      </dgm:t>
    </dgm:pt>
    <dgm:pt modelId="{1E876963-1CDD-4DEE-9BB8-5EF09554C10B}" type="parTrans" cxnId="{7C822451-8AB5-41BA-859A-8066D176FB44}">
      <dgm:prSet/>
      <dgm:spPr/>
      <dgm:t>
        <a:bodyPr/>
        <a:lstStyle/>
        <a:p>
          <a:endParaRPr lang="en-US"/>
        </a:p>
      </dgm:t>
    </dgm:pt>
    <dgm:pt modelId="{62C371D7-D2EB-4ABB-867C-F1DF25B4E1AE}" type="sibTrans" cxnId="{7C822451-8AB5-41BA-859A-8066D176FB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3DEDCA-05B7-49C8-8755-F948BAC8C42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help job seekers transition faster</a:t>
          </a:r>
          <a:endParaRPr lang="en-US"/>
        </a:p>
      </dgm:t>
    </dgm:pt>
    <dgm:pt modelId="{25A7F0BC-BD64-40A9-9126-4B4CD185DB56}" type="parTrans" cxnId="{1DB7BAF7-BB15-4D65-B1AC-D525AB5571D6}">
      <dgm:prSet/>
      <dgm:spPr/>
      <dgm:t>
        <a:bodyPr/>
        <a:lstStyle/>
        <a:p>
          <a:endParaRPr lang="en-US"/>
        </a:p>
      </dgm:t>
    </dgm:pt>
    <dgm:pt modelId="{013812A8-98AF-4FBA-8FFF-EDFE7ED47DBA}" type="sibTrans" cxnId="{1DB7BAF7-BB15-4D65-B1AC-D525AB5571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2289B9-734E-4E48-8ADC-BB1C34A629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offer an AI-driven, structured guidance system</a:t>
          </a:r>
          <a:endParaRPr lang="en-US"/>
        </a:p>
      </dgm:t>
    </dgm:pt>
    <dgm:pt modelId="{51FC5157-7E9F-487B-9255-D58FEB6DB07B}" type="parTrans" cxnId="{68D0E591-5B36-44D3-BA5F-6C768A2FC200}">
      <dgm:prSet/>
      <dgm:spPr/>
      <dgm:t>
        <a:bodyPr/>
        <a:lstStyle/>
        <a:p>
          <a:endParaRPr lang="en-US"/>
        </a:p>
      </dgm:t>
    </dgm:pt>
    <dgm:pt modelId="{C47459B2-AFCE-4007-AE16-D4A4590507B0}" type="sibTrans" cxnId="{68D0E591-5B36-44D3-BA5F-6C768A2FC2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FC399A-C56B-422F-8791-CF96AFD15E1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move from </a:t>
          </a:r>
          <a:r>
            <a:rPr lang="en-IN" i="1"/>
            <a:t>manual</a:t>
          </a:r>
          <a:r>
            <a:rPr lang="en-IN"/>
            <a:t> to </a:t>
          </a:r>
          <a:r>
            <a:rPr lang="en-IN" i="1"/>
            <a:t>smart automated</a:t>
          </a:r>
          <a:r>
            <a:rPr lang="en-IN"/>
            <a:t> workflows</a:t>
          </a:r>
          <a:endParaRPr lang="en-US"/>
        </a:p>
      </dgm:t>
    </dgm:pt>
    <dgm:pt modelId="{A43ACA7E-5D7A-4C6E-9A0D-B8B5DCAB2E17}" type="parTrans" cxnId="{73C8A973-C427-4C4F-BAFC-2A91B92FE14C}">
      <dgm:prSet/>
      <dgm:spPr/>
      <dgm:t>
        <a:bodyPr/>
        <a:lstStyle/>
        <a:p>
          <a:endParaRPr lang="en-US"/>
        </a:p>
      </dgm:t>
    </dgm:pt>
    <dgm:pt modelId="{3557F9FE-9234-4A6F-BAF8-41CE8ECA75A6}" type="sibTrans" cxnId="{73C8A973-C427-4C4F-BAFC-2A91B92FE14C}">
      <dgm:prSet/>
      <dgm:spPr/>
      <dgm:t>
        <a:bodyPr/>
        <a:lstStyle/>
        <a:p>
          <a:endParaRPr lang="en-US"/>
        </a:p>
      </dgm:t>
    </dgm:pt>
    <dgm:pt modelId="{07677E54-BCD5-41D9-AD5B-3FEA0C576CB8}" type="pres">
      <dgm:prSet presAssocID="{1754C559-B7D7-482D-B9B7-966DBBC05AFD}" presName="root" presStyleCnt="0">
        <dgm:presLayoutVars>
          <dgm:dir/>
          <dgm:resizeHandles val="exact"/>
        </dgm:presLayoutVars>
      </dgm:prSet>
      <dgm:spPr/>
    </dgm:pt>
    <dgm:pt modelId="{716BF419-B9D4-4EC4-A2EF-658305CBF358}" type="pres">
      <dgm:prSet presAssocID="{1754C559-B7D7-482D-B9B7-966DBBC05AFD}" presName="container" presStyleCnt="0">
        <dgm:presLayoutVars>
          <dgm:dir/>
          <dgm:resizeHandles val="exact"/>
        </dgm:presLayoutVars>
      </dgm:prSet>
      <dgm:spPr/>
    </dgm:pt>
    <dgm:pt modelId="{A66BC3FD-5A5C-4FEB-8E77-09C801784D10}" type="pres">
      <dgm:prSet presAssocID="{F6E56023-733D-4670-928F-B8E73FD9083A}" presName="compNode" presStyleCnt="0"/>
      <dgm:spPr/>
    </dgm:pt>
    <dgm:pt modelId="{4A7A396E-4E9D-47B6-90BC-58338B1382FE}" type="pres">
      <dgm:prSet presAssocID="{F6E56023-733D-4670-928F-B8E73FD9083A}" presName="iconBgRect" presStyleLbl="bgShp" presStyleIdx="0" presStyleCnt="5"/>
      <dgm:spPr/>
    </dgm:pt>
    <dgm:pt modelId="{7BB6F159-73CC-4099-8870-348775DB5297}" type="pres">
      <dgm:prSet presAssocID="{F6E56023-733D-4670-928F-B8E73FD9083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07ADC989-49D8-4BF3-B9FF-6CBE02513957}" type="pres">
      <dgm:prSet presAssocID="{F6E56023-733D-4670-928F-B8E73FD9083A}" presName="spaceRect" presStyleCnt="0"/>
      <dgm:spPr/>
    </dgm:pt>
    <dgm:pt modelId="{870DA9AC-BA5A-41A5-AF31-F48E2E87CDC0}" type="pres">
      <dgm:prSet presAssocID="{F6E56023-733D-4670-928F-B8E73FD9083A}" presName="textRect" presStyleLbl="revTx" presStyleIdx="0" presStyleCnt="5">
        <dgm:presLayoutVars>
          <dgm:chMax val="1"/>
          <dgm:chPref val="1"/>
        </dgm:presLayoutVars>
      </dgm:prSet>
      <dgm:spPr/>
    </dgm:pt>
    <dgm:pt modelId="{B2CAED4F-3CEE-479B-9DE9-D70304B4C594}" type="pres">
      <dgm:prSet presAssocID="{20B898A7-BAC8-4D81-A43A-6B5DB3975C29}" presName="sibTrans" presStyleLbl="sibTrans2D1" presStyleIdx="0" presStyleCnt="0"/>
      <dgm:spPr/>
    </dgm:pt>
    <dgm:pt modelId="{05164D20-B955-456D-A847-AB3C72E7E499}" type="pres">
      <dgm:prSet presAssocID="{467D331F-765D-49AD-8610-E6E286BF674C}" presName="compNode" presStyleCnt="0"/>
      <dgm:spPr/>
    </dgm:pt>
    <dgm:pt modelId="{63A1365E-3814-4827-8E13-B31265142F52}" type="pres">
      <dgm:prSet presAssocID="{467D331F-765D-49AD-8610-E6E286BF674C}" presName="iconBgRect" presStyleLbl="bgShp" presStyleIdx="1" presStyleCnt="5"/>
      <dgm:spPr/>
    </dgm:pt>
    <dgm:pt modelId="{FD57C28F-EB5C-487B-ADD6-98129DE783D9}" type="pres">
      <dgm:prSet presAssocID="{467D331F-765D-49AD-8610-E6E286BF674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A9A44DD-576D-4326-984C-ED5F64F5B9AB}" type="pres">
      <dgm:prSet presAssocID="{467D331F-765D-49AD-8610-E6E286BF674C}" presName="spaceRect" presStyleCnt="0"/>
      <dgm:spPr/>
    </dgm:pt>
    <dgm:pt modelId="{A53BAF9C-48FD-4B5C-BA16-2B6E52E64B54}" type="pres">
      <dgm:prSet presAssocID="{467D331F-765D-49AD-8610-E6E286BF674C}" presName="textRect" presStyleLbl="revTx" presStyleIdx="1" presStyleCnt="5">
        <dgm:presLayoutVars>
          <dgm:chMax val="1"/>
          <dgm:chPref val="1"/>
        </dgm:presLayoutVars>
      </dgm:prSet>
      <dgm:spPr/>
    </dgm:pt>
    <dgm:pt modelId="{0D72F79A-7642-47A9-A215-F271377F680D}" type="pres">
      <dgm:prSet presAssocID="{62C371D7-D2EB-4ABB-867C-F1DF25B4E1AE}" presName="sibTrans" presStyleLbl="sibTrans2D1" presStyleIdx="0" presStyleCnt="0"/>
      <dgm:spPr/>
    </dgm:pt>
    <dgm:pt modelId="{0854B566-8296-4D60-80A5-776BA10720AC}" type="pres">
      <dgm:prSet presAssocID="{E43DEDCA-05B7-49C8-8755-F948BAC8C429}" presName="compNode" presStyleCnt="0"/>
      <dgm:spPr/>
    </dgm:pt>
    <dgm:pt modelId="{F18F2805-BA63-4F65-B6BA-4FEB9C687431}" type="pres">
      <dgm:prSet presAssocID="{E43DEDCA-05B7-49C8-8755-F948BAC8C429}" presName="iconBgRect" presStyleLbl="bgShp" presStyleIdx="2" presStyleCnt="5"/>
      <dgm:spPr/>
    </dgm:pt>
    <dgm:pt modelId="{26E1C8A1-FEDB-4DEB-AE42-960DEAD75FBA}" type="pres">
      <dgm:prSet presAssocID="{E43DEDCA-05B7-49C8-8755-F948BAC8C42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ED144FF-AC5B-4F64-95A0-D0704918093A}" type="pres">
      <dgm:prSet presAssocID="{E43DEDCA-05B7-49C8-8755-F948BAC8C429}" presName="spaceRect" presStyleCnt="0"/>
      <dgm:spPr/>
    </dgm:pt>
    <dgm:pt modelId="{969D3F76-5D00-422E-B1A1-DA1995F7CF11}" type="pres">
      <dgm:prSet presAssocID="{E43DEDCA-05B7-49C8-8755-F948BAC8C429}" presName="textRect" presStyleLbl="revTx" presStyleIdx="2" presStyleCnt="5">
        <dgm:presLayoutVars>
          <dgm:chMax val="1"/>
          <dgm:chPref val="1"/>
        </dgm:presLayoutVars>
      </dgm:prSet>
      <dgm:spPr/>
    </dgm:pt>
    <dgm:pt modelId="{47C3F093-DABC-4DFD-881E-8D63C38A66E0}" type="pres">
      <dgm:prSet presAssocID="{013812A8-98AF-4FBA-8FFF-EDFE7ED47DBA}" presName="sibTrans" presStyleLbl="sibTrans2D1" presStyleIdx="0" presStyleCnt="0"/>
      <dgm:spPr/>
    </dgm:pt>
    <dgm:pt modelId="{C3C1902F-0EE9-419F-893C-F60DA95B5BC2}" type="pres">
      <dgm:prSet presAssocID="{162289B9-734E-4E48-8ADC-BB1C34A629C3}" presName="compNode" presStyleCnt="0"/>
      <dgm:spPr/>
    </dgm:pt>
    <dgm:pt modelId="{589F0078-BAC2-4517-9842-269C5D5BE79F}" type="pres">
      <dgm:prSet presAssocID="{162289B9-734E-4E48-8ADC-BB1C34A629C3}" presName="iconBgRect" presStyleLbl="bgShp" presStyleIdx="3" presStyleCnt="5"/>
      <dgm:spPr/>
    </dgm:pt>
    <dgm:pt modelId="{038FDF7E-D66A-48D5-B714-9EADD3AA3C51}" type="pres">
      <dgm:prSet presAssocID="{162289B9-734E-4E48-8ADC-BB1C34A629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86F8D78-3E93-45E3-AD41-6EBBF7B1F6A0}" type="pres">
      <dgm:prSet presAssocID="{162289B9-734E-4E48-8ADC-BB1C34A629C3}" presName="spaceRect" presStyleCnt="0"/>
      <dgm:spPr/>
    </dgm:pt>
    <dgm:pt modelId="{6825D39C-C8EE-436F-9D31-EA0DB3665B50}" type="pres">
      <dgm:prSet presAssocID="{162289B9-734E-4E48-8ADC-BB1C34A629C3}" presName="textRect" presStyleLbl="revTx" presStyleIdx="3" presStyleCnt="5">
        <dgm:presLayoutVars>
          <dgm:chMax val="1"/>
          <dgm:chPref val="1"/>
        </dgm:presLayoutVars>
      </dgm:prSet>
      <dgm:spPr/>
    </dgm:pt>
    <dgm:pt modelId="{4D1D7B2A-B4B5-4C40-873B-B6CC7CB35BF1}" type="pres">
      <dgm:prSet presAssocID="{C47459B2-AFCE-4007-AE16-D4A4590507B0}" presName="sibTrans" presStyleLbl="sibTrans2D1" presStyleIdx="0" presStyleCnt="0"/>
      <dgm:spPr/>
    </dgm:pt>
    <dgm:pt modelId="{29B730BD-84A7-437B-886F-F1845E1058E6}" type="pres">
      <dgm:prSet presAssocID="{55FC399A-C56B-422F-8791-CF96AFD15E11}" presName="compNode" presStyleCnt="0"/>
      <dgm:spPr/>
    </dgm:pt>
    <dgm:pt modelId="{15438941-1F36-453B-A728-1FEFB947F04B}" type="pres">
      <dgm:prSet presAssocID="{55FC399A-C56B-422F-8791-CF96AFD15E11}" presName="iconBgRect" presStyleLbl="bgShp" presStyleIdx="4" presStyleCnt="5"/>
      <dgm:spPr/>
    </dgm:pt>
    <dgm:pt modelId="{25C68487-3A0B-4691-936B-B43D7463F363}" type="pres">
      <dgm:prSet presAssocID="{55FC399A-C56B-422F-8791-CF96AFD15E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C3E3C08-697B-41DF-9043-B1E4CB087F0B}" type="pres">
      <dgm:prSet presAssocID="{55FC399A-C56B-422F-8791-CF96AFD15E11}" presName="spaceRect" presStyleCnt="0"/>
      <dgm:spPr/>
    </dgm:pt>
    <dgm:pt modelId="{EDB5C298-ECE2-4497-BF51-97B5FD51AF5A}" type="pres">
      <dgm:prSet presAssocID="{55FC399A-C56B-422F-8791-CF96AFD15E1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E7AED14-8DAC-7049-840F-DA49F08667D9}" type="presOf" srcId="{55FC399A-C56B-422F-8791-CF96AFD15E11}" destId="{EDB5C298-ECE2-4497-BF51-97B5FD51AF5A}" srcOrd="0" destOrd="0" presId="urn:microsoft.com/office/officeart/2018/2/layout/IconCircleList"/>
    <dgm:cxn modelId="{AB6E0020-66E5-8145-97D9-0E50E8D7C373}" type="presOf" srcId="{E43DEDCA-05B7-49C8-8755-F948BAC8C429}" destId="{969D3F76-5D00-422E-B1A1-DA1995F7CF11}" srcOrd="0" destOrd="0" presId="urn:microsoft.com/office/officeart/2018/2/layout/IconCircleList"/>
    <dgm:cxn modelId="{10160727-0C83-5F47-8556-4CC40E273313}" type="presOf" srcId="{1754C559-B7D7-482D-B9B7-966DBBC05AFD}" destId="{07677E54-BCD5-41D9-AD5B-3FEA0C576CB8}" srcOrd="0" destOrd="0" presId="urn:microsoft.com/office/officeart/2018/2/layout/IconCircleList"/>
    <dgm:cxn modelId="{6C71D734-A74D-A944-9028-EC2B07AFD59B}" type="presOf" srcId="{162289B9-734E-4E48-8ADC-BB1C34A629C3}" destId="{6825D39C-C8EE-436F-9D31-EA0DB3665B50}" srcOrd="0" destOrd="0" presId="urn:microsoft.com/office/officeart/2018/2/layout/IconCircleList"/>
    <dgm:cxn modelId="{A2CBBA37-97AA-4349-9F01-ECB98616C25B}" srcId="{1754C559-B7D7-482D-B9B7-966DBBC05AFD}" destId="{F6E56023-733D-4670-928F-B8E73FD9083A}" srcOrd="0" destOrd="0" parTransId="{A9A62D32-004F-4874-879F-4D841610A0FE}" sibTransId="{20B898A7-BAC8-4D81-A43A-6B5DB3975C29}"/>
    <dgm:cxn modelId="{4349465F-E140-BD4E-877E-7C99C1B7FF11}" type="presOf" srcId="{467D331F-765D-49AD-8610-E6E286BF674C}" destId="{A53BAF9C-48FD-4B5C-BA16-2B6E52E64B54}" srcOrd="0" destOrd="0" presId="urn:microsoft.com/office/officeart/2018/2/layout/IconCircleList"/>
    <dgm:cxn modelId="{5E557F41-74CC-1F49-A04E-2DE4E31852F0}" type="presOf" srcId="{C47459B2-AFCE-4007-AE16-D4A4590507B0}" destId="{4D1D7B2A-B4B5-4C40-873B-B6CC7CB35BF1}" srcOrd="0" destOrd="0" presId="urn:microsoft.com/office/officeart/2018/2/layout/IconCircleList"/>
    <dgm:cxn modelId="{85DE4D44-9968-6C4A-8F81-CC2E80606D75}" type="presOf" srcId="{013812A8-98AF-4FBA-8FFF-EDFE7ED47DBA}" destId="{47C3F093-DABC-4DFD-881E-8D63C38A66E0}" srcOrd="0" destOrd="0" presId="urn:microsoft.com/office/officeart/2018/2/layout/IconCircleList"/>
    <dgm:cxn modelId="{D56CCE69-12B2-EA43-AF55-7A71206A4A4A}" type="presOf" srcId="{62C371D7-D2EB-4ABB-867C-F1DF25B4E1AE}" destId="{0D72F79A-7642-47A9-A215-F271377F680D}" srcOrd="0" destOrd="0" presId="urn:microsoft.com/office/officeart/2018/2/layout/IconCircleList"/>
    <dgm:cxn modelId="{7C822451-8AB5-41BA-859A-8066D176FB44}" srcId="{1754C559-B7D7-482D-B9B7-966DBBC05AFD}" destId="{467D331F-765D-49AD-8610-E6E286BF674C}" srcOrd="1" destOrd="0" parTransId="{1E876963-1CDD-4DEE-9BB8-5EF09554C10B}" sibTransId="{62C371D7-D2EB-4ABB-867C-F1DF25B4E1AE}"/>
    <dgm:cxn modelId="{73C8A973-C427-4C4F-BAFC-2A91B92FE14C}" srcId="{1754C559-B7D7-482D-B9B7-966DBBC05AFD}" destId="{55FC399A-C56B-422F-8791-CF96AFD15E11}" srcOrd="4" destOrd="0" parTransId="{A43ACA7E-5D7A-4C6E-9A0D-B8B5DCAB2E17}" sibTransId="{3557F9FE-9234-4A6F-BAF8-41CE8ECA75A6}"/>
    <dgm:cxn modelId="{68D0E591-5B36-44D3-BA5F-6C768A2FC200}" srcId="{1754C559-B7D7-482D-B9B7-966DBBC05AFD}" destId="{162289B9-734E-4E48-8ADC-BB1C34A629C3}" srcOrd="3" destOrd="0" parTransId="{51FC5157-7E9F-487B-9255-D58FEB6DB07B}" sibTransId="{C47459B2-AFCE-4007-AE16-D4A4590507B0}"/>
    <dgm:cxn modelId="{0E4538A6-757F-D040-82B7-258153DEC10F}" type="presOf" srcId="{20B898A7-BAC8-4D81-A43A-6B5DB3975C29}" destId="{B2CAED4F-3CEE-479B-9DE9-D70304B4C594}" srcOrd="0" destOrd="0" presId="urn:microsoft.com/office/officeart/2018/2/layout/IconCircleList"/>
    <dgm:cxn modelId="{AFA8C1CC-74A0-E741-8786-1D51C239FB5B}" type="presOf" srcId="{F6E56023-733D-4670-928F-B8E73FD9083A}" destId="{870DA9AC-BA5A-41A5-AF31-F48E2E87CDC0}" srcOrd="0" destOrd="0" presId="urn:microsoft.com/office/officeart/2018/2/layout/IconCircleList"/>
    <dgm:cxn modelId="{1DB7BAF7-BB15-4D65-B1AC-D525AB5571D6}" srcId="{1754C559-B7D7-482D-B9B7-966DBBC05AFD}" destId="{E43DEDCA-05B7-49C8-8755-F948BAC8C429}" srcOrd="2" destOrd="0" parTransId="{25A7F0BC-BD64-40A9-9126-4B4CD185DB56}" sibTransId="{013812A8-98AF-4FBA-8FFF-EDFE7ED47DBA}"/>
    <dgm:cxn modelId="{B4503E1C-A808-5F42-984C-FF7EED972823}" type="presParOf" srcId="{07677E54-BCD5-41D9-AD5B-3FEA0C576CB8}" destId="{716BF419-B9D4-4EC4-A2EF-658305CBF358}" srcOrd="0" destOrd="0" presId="urn:microsoft.com/office/officeart/2018/2/layout/IconCircleList"/>
    <dgm:cxn modelId="{4A2A34CC-74F3-9C45-A1E5-168EF19AA375}" type="presParOf" srcId="{716BF419-B9D4-4EC4-A2EF-658305CBF358}" destId="{A66BC3FD-5A5C-4FEB-8E77-09C801784D10}" srcOrd="0" destOrd="0" presId="urn:microsoft.com/office/officeart/2018/2/layout/IconCircleList"/>
    <dgm:cxn modelId="{55DD4FEA-153F-1A43-9EEE-DCEED891F238}" type="presParOf" srcId="{A66BC3FD-5A5C-4FEB-8E77-09C801784D10}" destId="{4A7A396E-4E9D-47B6-90BC-58338B1382FE}" srcOrd="0" destOrd="0" presId="urn:microsoft.com/office/officeart/2018/2/layout/IconCircleList"/>
    <dgm:cxn modelId="{1986230C-6C4E-4D43-9281-14615DE7223E}" type="presParOf" srcId="{A66BC3FD-5A5C-4FEB-8E77-09C801784D10}" destId="{7BB6F159-73CC-4099-8870-348775DB5297}" srcOrd="1" destOrd="0" presId="urn:microsoft.com/office/officeart/2018/2/layout/IconCircleList"/>
    <dgm:cxn modelId="{17B78E9F-09FE-4E49-A85E-C2EADE57E88F}" type="presParOf" srcId="{A66BC3FD-5A5C-4FEB-8E77-09C801784D10}" destId="{07ADC989-49D8-4BF3-B9FF-6CBE02513957}" srcOrd="2" destOrd="0" presId="urn:microsoft.com/office/officeart/2018/2/layout/IconCircleList"/>
    <dgm:cxn modelId="{F88AB89E-1FC6-2B42-95E1-2136C621EFF5}" type="presParOf" srcId="{A66BC3FD-5A5C-4FEB-8E77-09C801784D10}" destId="{870DA9AC-BA5A-41A5-AF31-F48E2E87CDC0}" srcOrd="3" destOrd="0" presId="urn:microsoft.com/office/officeart/2018/2/layout/IconCircleList"/>
    <dgm:cxn modelId="{BA914932-A2FD-4140-AEA6-AE73734CEA4D}" type="presParOf" srcId="{716BF419-B9D4-4EC4-A2EF-658305CBF358}" destId="{B2CAED4F-3CEE-479B-9DE9-D70304B4C594}" srcOrd="1" destOrd="0" presId="urn:microsoft.com/office/officeart/2018/2/layout/IconCircleList"/>
    <dgm:cxn modelId="{E01B358C-7684-3D4D-9BF5-346C322CFC0F}" type="presParOf" srcId="{716BF419-B9D4-4EC4-A2EF-658305CBF358}" destId="{05164D20-B955-456D-A847-AB3C72E7E499}" srcOrd="2" destOrd="0" presId="urn:microsoft.com/office/officeart/2018/2/layout/IconCircleList"/>
    <dgm:cxn modelId="{9337DCDB-52A3-2247-844C-8B521A36A8D3}" type="presParOf" srcId="{05164D20-B955-456D-A847-AB3C72E7E499}" destId="{63A1365E-3814-4827-8E13-B31265142F52}" srcOrd="0" destOrd="0" presId="urn:microsoft.com/office/officeart/2018/2/layout/IconCircleList"/>
    <dgm:cxn modelId="{5C091B5A-C72F-AA4E-AFA6-7602822136A1}" type="presParOf" srcId="{05164D20-B955-456D-A847-AB3C72E7E499}" destId="{FD57C28F-EB5C-487B-ADD6-98129DE783D9}" srcOrd="1" destOrd="0" presId="urn:microsoft.com/office/officeart/2018/2/layout/IconCircleList"/>
    <dgm:cxn modelId="{F1A0A95F-14F6-9C49-81DA-657E34FABDBC}" type="presParOf" srcId="{05164D20-B955-456D-A847-AB3C72E7E499}" destId="{FA9A44DD-576D-4326-984C-ED5F64F5B9AB}" srcOrd="2" destOrd="0" presId="urn:microsoft.com/office/officeart/2018/2/layout/IconCircleList"/>
    <dgm:cxn modelId="{5BE98AF4-97A6-2645-A5F8-E9CEFC265F63}" type="presParOf" srcId="{05164D20-B955-456D-A847-AB3C72E7E499}" destId="{A53BAF9C-48FD-4B5C-BA16-2B6E52E64B54}" srcOrd="3" destOrd="0" presId="urn:microsoft.com/office/officeart/2018/2/layout/IconCircleList"/>
    <dgm:cxn modelId="{5F716F0C-97E4-1D49-BC43-FCF3F1B21D4F}" type="presParOf" srcId="{716BF419-B9D4-4EC4-A2EF-658305CBF358}" destId="{0D72F79A-7642-47A9-A215-F271377F680D}" srcOrd="3" destOrd="0" presId="urn:microsoft.com/office/officeart/2018/2/layout/IconCircleList"/>
    <dgm:cxn modelId="{7BF3741F-4677-6949-A218-A1F871A136FD}" type="presParOf" srcId="{716BF419-B9D4-4EC4-A2EF-658305CBF358}" destId="{0854B566-8296-4D60-80A5-776BA10720AC}" srcOrd="4" destOrd="0" presId="urn:microsoft.com/office/officeart/2018/2/layout/IconCircleList"/>
    <dgm:cxn modelId="{32E48F6B-CA38-AD41-826F-529A3C1418E3}" type="presParOf" srcId="{0854B566-8296-4D60-80A5-776BA10720AC}" destId="{F18F2805-BA63-4F65-B6BA-4FEB9C687431}" srcOrd="0" destOrd="0" presId="urn:microsoft.com/office/officeart/2018/2/layout/IconCircleList"/>
    <dgm:cxn modelId="{EC96069D-DF20-0346-BD27-FD162266F7F2}" type="presParOf" srcId="{0854B566-8296-4D60-80A5-776BA10720AC}" destId="{26E1C8A1-FEDB-4DEB-AE42-960DEAD75FBA}" srcOrd="1" destOrd="0" presId="urn:microsoft.com/office/officeart/2018/2/layout/IconCircleList"/>
    <dgm:cxn modelId="{962B3B0F-7438-5A42-AC5D-6E8E777CA5D5}" type="presParOf" srcId="{0854B566-8296-4D60-80A5-776BA10720AC}" destId="{8ED144FF-AC5B-4F64-95A0-D0704918093A}" srcOrd="2" destOrd="0" presId="urn:microsoft.com/office/officeart/2018/2/layout/IconCircleList"/>
    <dgm:cxn modelId="{7540B359-3CF2-CF45-B3F1-504BCC039157}" type="presParOf" srcId="{0854B566-8296-4D60-80A5-776BA10720AC}" destId="{969D3F76-5D00-422E-B1A1-DA1995F7CF11}" srcOrd="3" destOrd="0" presId="urn:microsoft.com/office/officeart/2018/2/layout/IconCircleList"/>
    <dgm:cxn modelId="{09243EC2-4030-6B4F-8141-1CB441D18F24}" type="presParOf" srcId="{716BF419-B9D4-4EC4-A2EF-658305CBF358}" destId="{47C3F093-DABC-4DFD-881E-8D63C38A66E0}" srcOrd="5" destOrd="0" presId="urn:microsoft.com/office/officeart/2018/2/layout/IconCircleList"/>
    <dgm:cxn modelId="{9AA42748-7E33-6C48-906D-BFAF022F727F}" type="presParOf" srcId="{716BF419-B9D4-4EC4-A2EF-658305CBF358}" destId="{C3C1902F-0EE9-419F-893C-F60DA95B5BC2}" srcOrd="6" destOrd="0" presId="urn:microsoft.com/office/officeart/2018/2/layout/IconCircleList"/>
    <dgm:cxn modelId="{363D0E5D-4D1A-1742-A544-E8A74ECACED6}" type="presParOf" srcId="{C3C1902F-0EE9-419F-893C-F60DA95B5BC2}" destId="{589F0078-BAC2-4517-9842-269C5D5BE79F}" srcOrd="0" destOrd="0" presId="urn:microsoft.com/office/officeart/2018/2/layout/IconCircleList"/>
    <dgm:cxn modelId="{B1251A82-B8B9-6343-8F71-9013AFD59FB0}" type="presParOf" srcId="{C3C1902F-0EE9-419F-893C-F60DA95B5BC2}" destId="{038FDF7E-D66A-48D5-B714-9EADD3AA3C51}" srcOrd="1" destOrd="0" presId="urn:microsoft.com/office/officeart/2018/2/layout/IconCircleList"/>
    <dgm:cxn modelId="{123ACBDE-9F05-5D44-AA86-B5C0BC2C59CD}" type="presParOf" srcId="{C3C1902F-0EE9-419F-893C-F60DA95B5BC2}" destId="{A86F8D78-3E93-45E3-AD41-6EBBF7B1F6A0}" srcOrd="2" destOrd="0" presId="urn:microsoft.com/office/officeart/2018/2/layout/IconCircleList"/>
    <dgm:cxn modelId="{263594E9-EDA2-BA46-B158-CAFFCBA37F7D}" type="presParOf" srcId="{C3C1902F-0EE9-419F-893C-F60DA95B5BC2}" destId="{6825D39C-C8EE-436F-9D31-EA0DB3665B50}" srcOrd="3" destOrd="0" presId="urn:microsoft.com/office/officeart/2018/2/layout/IconCircleList"/>
    <dgm:cxn modelId="{C8A039CE-6DC7-334D-8418-8C2ACB3CA56E}" type="presParOf" srcId="{716BF419-B9D4-4EC4-A2EF-658305CBF358}" destId="{4D1D7B2A-B4B5-4C40-873B-B6CC7CB35BF1}" srcOrd="7" destOrd="0" presId="urn:microsoft.com/office/officeart/2018/2/layout/IconCircleList"/>
    <dgm:cxn modelId="{81EF3479-E0C2-C548-A034-D1FC47149BAD}" type="presParOf" srcId="{716BF419-B9D4-4EC4-A2EF-658305CBF358}" destId="{29B730BD-84A7-437B-886F-F1845E1058E6}" srcOrd="8" destOrd="0" presId="urn:microsoft.com/office/officeart/2018/2/layout/IconCircleList"/>
    <dgm:cxn modelId="{C222ED78-FF51-E944-A328-66E88A0B7516}" type="presParOf" srcId="{29B730BD-84A7-437B-886F-F1845E1058E6}" destId="{15438941-1F36-453B-A728-1FEFB947F04B}" srcOrd="0" destOrd="0" presId="urn:microsoft.com/office/officeart/2018/2/layout/IconCircleList"/>
    <dgm:cxn modelId="{A872F975-FFE7-C748-B511-D52DBE5E7BDF}" type="presParOf" srcId="{29B730BD-84A7-437B-886F-F1845E1058E6}" destId="{25C68487-3A0B-4691-936B-B43D7463F363}" srcOrd="1" destOrd="0" presId="urn:microsoft.com/office/officeart/2018/2/layout/IconCircleList"/>
    <dgm:cxn modelId="{2AE34640-1714-D644-B638-E15C1EB9B067}" type="presParOf" srcId="{29B730BD-84A7-437B-886F-F1845E1058E6}" destId="{0C3E3C08-697B-41DF-9043-B1E4CB087F0B}" srcOrd="2" destOrd="0" presId="urn:microsoft.com/office/officeart/2018/2/layout/IconCircleList"/>
    <dgm:cxn modelId="{31793939-74B8-3C4C-BF32-065E68637DE0}" type="presParOf" srcId="{29B730BD-84A7-437B-886F-F1845E1058E6}" destId="{EDB5C298-ECE2-4497-BF51-97B5FD51AF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D39E7E-85F7-4889-801B-8561C211AF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8E627F-0B2C-4A3A-A0D2-BA75781B2BAF}">
      <dgm:prSet/>
      <dgm:spPr/>
      <dgm:t>
        <a:bodyPr/>
        <a:lstStyle/>
        <a:p>
          <a:r>
            <a:rPr lang="en-US"/>
            <a:t>Build</a:t>
          </a:r>
        </a:p>
      </dgm:t>
    </dgm:pt>
    <dgm:pt modelId="{696426E4-E251-4BA9-999A-4D4154B1196E}" type="parTrans" cxnId="{6742C886-C823-4ACE-AC72-B74313454BE3}">
      <dgm:prSet/>
      <dgm:spPr/>
      <dgm:t>
        <a:bodyPr/>
        <a:lstStyle/>
        <a:p>
          <a:endParaRPr lang="en-US"/>
        </a:p>
      </dgm:t>
    </dgm:pt>
    <dgm:pt modelId="{A422DA37-716B-4434-918F-26EDE43242E2}" type="sibTrans" cxnId="{6742C886-C823-4ACE-AC72-B74313454BE3}">
      <dgm:prSet/>
      <dgm:spPr/>
      <dgm:t>
        <a:bodyPr/>
        <a:lstStyle/>
        <a:p>
          <a:endParaRPr lang="en-US"/>
        </a:p>
      </dgm:t>
    </dgm:pt>
    <dgm:pt modelId="{DC4F0AAE-03B3-4AAE-BFE7-72B0BDD2E8B9}">
      <dgm:prSet custT="1"/>
      <dgm:spPr/>
      <dgm:t>
        <a:bodyPr/>
        <a:lstStyle/>
        <a:p>
          <a:r>
            <a:rPr lang="en-US" sz="1400" dirty="0"/>
            <a:t>Build a modular multi-agent AI system</a:t>
          </a:r>
        </a:p>
      </dgm:t>
    </dgm:pt>
    <dgm:pt modelId="{96582AB5-A3BD-4E84-986F-C53830DEF42F}" type="parTrans" cxnId="{F399498B-6D9E-43E7-9099-BCABF12800CB}">
      <dgm:prSet/>
      <dgm:spPr/>
      <dgm:t>
        <a:bodyPr/>
        <a:lstStyle/>
        <a:p>
          <a:endParaRPr lang="en-US"/>
        </a:p>
      </dgm:t>
    </dgm:pt>
    <dgm:pt modelId="{218E0682-3D65-4C8F-A382-6E067D6DB8F9}" type="sibTrans" cxnId="{F399498B-6D9E-43E7-9099-BCABF12800CB}">
      <dgm:prSet/>
      <dgm:spPr/>
      <dgm:t>
        <a:bodyPr/>
        <a:lstStyle/>
        <a:p>
          <a:endParaRPr lang="en-US"/>
        </a:p>
      </dgm:t>
    </dgm:pt>
    <dgm:pt modelId="{6CC23CB6-404C-4ACB-BC35-C1E7726F9910}">
      <dgm:prSet/>
      <dgm:spPr/>
      <dgm:t>
        <a:bodyPr/>
        <a:lstStyle/>
        <a:p>
          <a:r>
            <a:rPr lang="en-US"/>
            <a:t>Automate</a:t>
          </a:r>
        </a:p>
      </dgm:t>
    </dgm:pt>
    <dgm:pt modelId="{EB3D95C1-1237-4D4E-ACC7-FF4EBAE33638}" type="parTrans" cxnId="{15371E73-7997-44A1-9720-7011F2859F64}">
      <dgm:prSet/>
      <dgm:spPr/>
      <dgm:t>
        <a:bodyPr/>
        <a:lstStyle/>
        <a:p>
          <a:endParaRPr lang="en-US"/>
        </a:p>
      </dgm:t>
    </dgm:pt>
    <dgm:pt modelId="{5CF54C74-6F77-43F9-8701-3FBD7CE3900C}" type="sibTrans" cxnId="{15371E73-7997-44A1-9720-7011F2859F64}">
      <dgm:prSet/>
      <dgm:spPr/>
      <dgm:t>
        <a:bodyPr/>
        <a:lstStyle/>
        <a:p>
          <a:endParaRPr lang="en-US"/>
        </a:p>
      </dgm:t>
    </dgm:pt>
    <dgm:pt modelId="{CED025E6-291E-4DA4-B6CD-DE8C21058305}">
      <dgm:prSet/>
      <dgm:spPr/>
      <dgm:t>
        <a:bodyPr/>
        <a:lstStyle/>
        <a:p>
          <a:r>
            <a:rPr lang="en-US" dirty="0"/>
            <a:t>Automate resume → job search → interview → portfolio steps</a:t>
          </a:r>
          <a:br>
            <a:rPr lang="en-US" dirty="0"/>
          </a:br>
          <a:endParaRPr lang="en-US" dirty="0"/>
        </a:p>
      </dgm:t>
    </dgm:pt>
    <dgm:pt modelId="{ED7C37F5-619E-4BAC-8117-0AEC877DBCF9}" type="parTrans" cxnId="{7D4C2A9D-E3E3-4A9E-A486-461F27C0CF0C}">
      <dgm:prSet/>
      <dgm:spPr/>
      <dgm:t>
        <a:bodyPr/>
        <a:lstStyle/>
        <a:p>
          <a:endParaRPr lang="en-US"/>
        </a:p>
      </dgm:t>
    </dgm:pt>
    <dgm:pt modelId="{339678DC-B8C4-4C3F-B930-88FBF7452B19}" type="sibTrans" cxnId="{7D4C2A9D-E3E3-4A9E-A486-461F27C0CF0C}">
      <dgm:prSet/>
      <dgm:spPr/>
      <dgm:t>
        <a:bodyPr/>
        <a:lstStyle/>
        <a:p>
          <a:endParaRPr lang="en-US"/>
        </a:p>
      </dgm:t>
    </dgm:pt>
    <dgm:pt modelId="{FAF1E9B2-2387-4996-9B03-A9ABFC32F8AA}">
      <dgm:prSet/>
      <dgm:spPr/>
      <dgm:t>
        <a:bodyPr/>
        <a:lstStyle/>
        <a:p>
          <a:r>
            <a:rPr lang="en-US"/>
            <a:t>Ensure</a:t>
          </a:r>
        </a:p>
      </dgm:t>
    </dgm:pt>
    <dgm:pt modelId="{D841453A-F7FF-4FA8-B9D0-31430531E0A0}" type="parTrans" cxnId="{C498AF4A-6622-4F8C-BC77-C39A3BDF5DD2}">
      <dgm:prSet/>
      <dgm:spPr/>
      <dgm:t>
        <a:bodyPr/>
        <a:lstStyle/>
        <a:p>
          <a:endParaRPr lang="en-US"/>
        </a:p>
      </dgm:t>
    </dgm:pt>
    <dgm:pt modelId="{631744BA-E5E7-43EF-BC9E-BAB24B1C7D45}" type="sibTrans" cxnId="{C498AF4A-6622-4F8C-BC77-C39A3BDF5DD2}">
      <dgm:prSet/>
      <dgm:spPr/>
      <dgm:t>
        <a:bodyPr/>
        <a:lstStyle/>
        <a:p>
          <a:endParaRPr lang="en-US"/>
        </a:p>
      </dgm:t>
    </dgm:pt>
    <dgm:pt modelId="{4C1E9895-59A3-4F22-9577-C7C52E2786B0}">
      <dgm:prSet/>
      <dgm:spPr/>
      <dgm:t>
        <a:bodyPr/>
        <a:lstStyle/>
        <a:p>
          <a:r>
            <a:rPr lang="en-US"/>
            <a:t>Ensure accuracy, personalization, and interoperability</a:t>
          </a:r>
          <a:br>
            <a:rPr lang="en-US"/>
          </a:br>
          <a:endParaRPr lang="en-US"/>
        </a:p>
      </dgm:t>
    </dgm:pt>
    <dgm:pt modelId="{B8ACEA39-26D7-4690-BC1F-68854AD3047A}" type="parTrans" cxnId="{A417D823-AA17-4148-BE3F-492AFFAFD55E}">
      <dgm:prSet/>
      <dgm:spPr/>
      <dgm:t>
        <a:bodyPr/>
        <a:lstStyle/>
        <a:p>
          <a:endParaRPr lang="en-US"/>
        </a:p>
      </dgm:t>
    </dgm:pt>
    <dgm:pt modelId="{09F47D71-66D5-4F36-AAD2-31B154C0219A}" type="sibTrans" cxnId="{A417D823-AA17-4148-BE3F-492AFFAFD55E}">
      <dgm:prSet/>
      <dgm:spPr/>
      <dgm:t>
        <a:bodyPr/>
        <a:lstStyle/>
        <a:p>
          <a:endParaRPr lang="en-US"/>
        </a:p>
      </dgm:t>
    </dgm:pt>
    <dgm:pt modelId="{10C8DDBF-C0FB-41D1-8830-C6D3C7E93D4E}">
      <dgm:prSet/>
      <dgm:spPr/>
      <dgm:t>
        <a:bodyPr/>
        <a:lstStyle/>
        <a:p>
          <a:r>
            <a:rPr lang="en-US"/>
            <a:t>Deliver</a:t>
          </a:r>
        </a:p>
      </dgm:t>
    </dgm:pt>
    <dgm:pt modelId="{65BB7F13-322A-4113-825C-9CDE2404CD5B}" type="parTrans" cxnId="{3752F8F7-200D-4291-906D-2A053658DB99}">
      <dgm:prSet/>
      <dgm:spPr/>
      <dgm:t>
        <a:bodyPr/>
        <a:lstStyle/>
        <a:p>
          <a:endParaRPr lang="en-US"/>
        </a:p>
      </dgm:t>
    </dgm:pt>
    <dgm:pt modelId="{9A9C517B-6ED5-4036-B950-072A398DE3E9}" type="sibTrans" cxnId="{3752F8F7-200D-4291-906D-2A053658DB99}">
      <dgm:prSet/>
      <dgm:spPr/>
      <dgm:t>
        <a:bodyPr/>
        <a:lstStyle/>
        <a:p>
          <a:endParaRPr lang="en-US"/>
        </a:p>
      </dgm:t>
    </dgm:pt>
    <dgm:pt modelId="{DA62F738-E307-43D6-9193-C37CA8895146}">
      <dgm:prSet/>
      <dgm:spPr/>
      <dgm:t>
        <a:bodyPr/>
        <a:lstStyle/>
        <a:p>
          <a:r>
            <a:rPr lang="en-US"/>
            <a:t>Deliver scalable APIs for future expansion</a:t>
          </a:r>
        </a:p>
      </dgm:t>
    </dgm:pt>
    <dgm:pt modelId="{5D2650B8-AC7C-4A86-8C33-3822EB9A15B8}" type="parTrans" cxnId="{91C4F539-A137-4704-877F-E39502F66072}">
      <dgm:prSet/>
      <dgm:spPr/>
      <dgm:t>
        <a:bodyPr/>
        <a:lstStyle/>
        <a:p>
          <a:endParaRPr lang="en-US"/>
        </a:p>
      </dgm:t>
    </dgm:pt>
    <dgm:pt modelId="{7C384994-891D-4913-9A56-9CBABC592FF5}" type="sibTrans" cxnId="{91C4F539-A137-4704-877F-E39502F66072}">
      <dgm:prSet/>
      <dgm:spPr/>
      <dgm:t>
        <a:bodyPr/>
        <a:lstStyle/>
        <a:p>
          <a:endParaRPr lang="en-US"/>
        </a:p>
      </dgm:t>
    </dgm:pt>
    <dgm:pt modelId="{450D22F8-AB77-4439-BE9D-F0E8A55A9909}" type="pres">
      <dgm:prSet presAssocID="{82D39E7E-85F7-4889-801B-8561C211AF86}" presName="root" presStyleCnt="0">
        <dgm:presLayoutVars>
          <dgm:dir/>
          <dgm:resizeHandles val="exact"/>
        </dgm:presLayoutVars>
      </dgm:prSet>
      <dgm:spPr/>
    </dgm:pt>
    <dgm:pt modelId="{3631E0C7-F159-4978-B0EA-01C6B4F43B10}" type="pres">
      <dgm:prSet presAssocID="{708E627F-0B2C-4A3A-A0D2-BA75781B2BAF}" presName="compNode" presStyleCnt="0"/>
      <dgm:spPr/>
    </dgm:pt>
    <dgm:pt modelId="{33CF8C7A-CB0B-49FC-BA56-101F47789242}" type="pres">
      <dgm:prSet presAssocID="{708E627F-0B2C-4A3A-A0D2-BA75781B2BAF}" presName="bgRect" presStyleLbl="bgShp" presStyleIdx="0" presStyleCnt="4"/>
      <dgm:spPr/>
    </dgm:pt>
    <dgm:pt modelId="{A331C7FC-7C40-4C90-98EC-748F5D04CBA5}" type="pres">
      <dgm:prSet presAssocID="{708E627F-0B2C-4A3A-A0D2-BA75781B2BA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184E9A5-4AB3-493A-8372-5CC87682CF26}" type="pres">
      <dgm:prSet presAssocID="{708E627F-0B2C-4A3A-A0D2-BA75781B2BAF}" presName="spaceRect" presStyleCnt="0"/>
      <dgm:spPr/>
    </dgm:pt>
    <dgm:pt modelId="{9F157CAE-1FDF-4296-904E-4191F0084E06}" type="pres">
      <dgm:prSet presAssocID="{708E627F-0B2C-4A3A-A0D2-BA75781B2BAF}" presName="parTx" presStyleLbl="revTx" presStyleIdx="0" presStyleCnt="8">
        <dgm:presLayoutVars>
          <dgm:chMax val="0"/>
          <dgm:chPref val="0"/>
        </dgm:presLayoutVars>
      </dgm:prSet>
      <dgm:spPr/>
    </dgm:pt>
    <dgm:pt modelId="{BB11156C-6871-4618-893D-972D9CBC1B45}" type="pres">
      <dgm:prSet presAssocID="{708E627F-0B2C-4A3A-A0D2-BA75781B2BAF}" presName="desTx" presStyleLbl="revTx" presStyleIdx="1" presStyleCnt="8">
        <dgm:presLayoutVars/>
      </dgm:prSet>
      <dgm:spPr/>
    </dgm:pt>
    <dgm:pt modelId="{12DB3EFF-0437-4C4F-A2FB-1B97F07B515B}" type="pres">
      <dgm:prSet presAssocID="{A422DA37-716B-4434-918F-26EDE43242E2}" presName="sibTrans" presStyleCnt="0"/>
      <dgm:spPr/>
    </dgm:pt>
    <dgm:pt modelId="{78DE0D63-C3CA-455C-903E-828C106BAC1B}" type="pres">
      <dgm:prSet presAssocID="{6CC23CB6-404C-4ACB-BC35-C1E7726F9910}" presName="compNode" presStyleCnt="0"/>
      <dgm:spPr/>
    </dgm:pt>
    <dgm:pt modelId="{4204D980-17C0-4949-B0BA-817E720D0E1D}" type="pres">
      <dgm:prSet presAssocID="{6CC23CB6-404C-4ACB-BC35-C1E7726F9910}" presName="bgRect" presStyleLbl="bgShp" presStyleIdx="1" presStyleCnt="4"/>
      <dgm:spPr/>
    </dgm:pt>
    <dgm:pt modelId="{F4157CE4-8F57-4459-95A7-859DCFBA367E}" type="pres">
      <dgm:prSet presAssocID="{6CC23CB6-404C-4ACB-BC35-C1E7726F99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B484D36-73FB-4CDF-973F-1A103546B51F}" type="pres">
      <dgm:prSet presAssocID="{6CC23CB6-404C-4ACB-BC35-C1E7726F9910}" presName="spaceRect" presStyleCnt="0"/>
      <dgm:spPr/>
    </dgm:pt>
    <dgm:pt modelId="{1082CCB0-AD0E-4265-8B47-A50F9577EC4A}" type="pres">
      <dgm:prSet presAssocID="{6CC23CB6-404C-4ACB-BC35-C1E7726F9910}" presName="parTx" presStyleLbl="revTx" presStyleIdx="2" presStyleCnt="8">
        <dgm:presLayoutVars>
          <dgm:chMax val="0"/>
          <dgm:chPref val="0"/>
        </dgm:presLayoutVars>
      </dgm:prSet>
      <dgm:spPr/>
    </dgm:pt>
    <dgm:pt modelId="{A3185B17-D2CE-4CE4-A760-FC2C1C24130E}" type="pres">
      <dgm:prSet presAssocID="{6CC23CB6-404C-4ACB-BC35-C1E7726F9910}" presName="desTx" presStyleLbl="revTx" presStyleIdx="3" presStyleCnt="8">
        <dgm:presLayoutVars/>
      </dgm:prSet>
      <dgm:spPr/>
    </dgm:pt>
    <dgm:pt modelId="{FC651917-1981-4410-A46B-D20EE03B7942}" type="pres">
      <dgm:prSet presAssocID="{5CF54C74-6F77-43F9-8701-3FBD7CE3900C}" presName="sibTrans" presStyleCnt="0"/>
      <dgm:spPr/>
    </dgm:pt>
    <dgm:pt modelId="{712801BD-8B8D-4D0E-8ADF-73BA65369354}" type="pres">
      <dgm:prSet presAssocID="{FAF1E9B2-2387-4996-9B03-A9ABFC32F8AA}" presName="compNode" presStyleCnt="0"/>
      <dgm:spPr/>
    </dgm:pt>
    <dgm:pt modelId="{FF785720-F809-4C4E-9D61-6495A8BE8706}" type="pres">
      <dgm:prSet presAssocID="{FAF1E9B2-2387-4996-9B03-A9ABFC32F8AA}" presName="bgRect" presStyleLbl="bgShp" presStyleIdx="2" presStyleCnt="4"/>
      <dgm:spPr/>
    </dgm:pt>
    <dgm:pt modelId="{6049C25A-5300-4539-A5D8-DAD59A2AF286}" type="pres">
      <dgm:prSet presAssocID="{FAF1E9B2-2387-4996-9B03-A9ABFC32F8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0293B21-2428-45B8-AD29-58FFD682816F}" type="pres">
      <dgm:prSet presAssocID="{FAF1E9B2-2387-4996-9B03-A9ABFC32F8AA}" presName="spaceRect" presStyleCnt="0"/>
      <dgm:spPr/>
    </dgm:pt>
    <dgm:pt modelId="{C4BFC440-2F29-45EE-8D5E-35B6459127D5}" type="pres">
      <dgm:prSet presAssocID="{FAF1E9B2-2387-4996-9B03-A9ABFC32F8AA}" presName="parTx" presStyleLbl="revTx" presStyleIdx="4" presStyleCnt="8">
        <dgm:presLayoutVars>
          <dgm:chMax val="0"/>
          <dgm:chPref val="0"/>
        </dgm:presLayoutVars>
      </dgm:prSet>
      <dgm:spPr/>
    </dgm:pt>
    <dgm:pt modelId="{5BC607DA-F08C-4435-9D98-5DA99309A0E8}" type="pres">
      <dgm:prSet presAssocID="{FAF1E9B2-2387-4996-9B03-A9ABFC32F8AA}" presName="desTx" presStyleLbl="revTx" presStyleIdx="5" presStyleCnt="8">
        <dgm:presLayoutVars/>
      </dgm:prSet>
      <dgm:spPr/>
    </dgm:pt>
    <dgm:pt modelId="{9CA97B65-B8EF-4AE0-A674-8FCF8578562D}" type="pres">
      <dgm:prSet presAssocID="{631744BA-E5E7-43EF-BC9E-BAB24B1C7D45}" presName="sibTrans" presStyleCnt="0"/>
      <dgm:spPr/>
    </dgm:pt>
    <dgm:pt modelId="{97F2F771-C77C-4ACE-A52B-01FD77539829}" type="pres">
      <dgm:prSet presAssocID="{10C8DDBF-C0FB-41D1-8830-C6D3C7E93D4E}" presName="compNode" presStyleCnt="0"/>
      <dgm:spPr/>
    </dgm:pt>
    <dgm:pt modelId="{BEB88B90-6670-4A25-B604-4A18E63E579C}" type="pres">
      <dgm:prSet presAssocID="{10C8DDBF-C0FB-41D1-8830-C6D3C7E93D4E}" presName="bgRect" presStyleLbl="bgShp" presStyleIdx="3" presStyleCnt="4"/>
      <dgm:spPr/>
    </dgm:pt>
    <dgm:pt modelId="{78593868-733D-45D3-B06E-35A048DA4982}" type="pres">
      <dgm:prSet presAssocID="{10C8DDBF-C0FB-41D1-8830-C6D3C7E93D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3509B58-5398-4F70-8366-871C1547FAFA}" type="pres">
      <dgm:prSet presAssocID="{10C8DDBF-C0FB-41D1-8830-C6D3C7E93D4E}" presName="spaceRect" presStyleCnt="0"/>
      <dgm:spPr/>
    </dgm:pt>
    <dgm:pt modelId="{3DEC2D43-A0F7-4790-BF93-5AC10E5190F3}" type="pres">
      <dgm:prSet presAssocID="{10C8DDBF-C0FB-41D1-8830-C6D3C7E93D4E}" presName="parTx" presStyleLbl="revTx" presStyleIdx="6" presStyleCnt="8">
        <dgm:presLayoutVars>
          <dgm:chMax val="0"/>
          <dgm:chPref val="0"/>
        </dgm:presLayoutVars>
      </dgm:prSet>
      <dgm:spPr/>
    </dgm:pt>
    <dgm:pt modelId="{01F7DA92-9706-469E-8445-FE24CF22E69F}" type="pres">
      <dgm:prSet presAssocID="{10C8DDBF-C0FB-41D1-8830-C6D3C7E93D4E}" presName="desTx" presStyleLbl="revTx" presStyleIdx="7" presStyleCnt="8">
        <dgm:presLayoutVars/>
      </dgm:prSet>
      <dgm:spPr/>
    </dgm:pt>
  </dgm:ptLst>
  <dgm:cxnLst>
    <dgm:cxn modelId="{A417D823-AA17-4148-BE3F-492AFFAFD55E}" srcId="{FAF1E9B2-2387-4996-9B03-A9ABFC32F8AA}" destId="{4C1E9895-59A3-4F22-9577-C7C52E2786B0}" srcOrd="0" destOrd="0" parTransId="{B8ACEA39-26D7-4690-BC1F-68854AD3047A}" sibTransId="{09F47D71-66D5-4F36-AAD2-31B154C0219A}"/>
    <dgm:cxn modelId="{EE68392A-A4A9-AE49-B4C7-F0E6BBC9EC94}" type="presOf" srcId="{DA62F738-E307-43D6-9193-C37CA8895146}" destId="{01F7DA92-9706-469E-8445-FE24CF22E69F}" srcOrd="0" destOrd="0" presId="urn:microsoft.com/office/officeart/2018/2/layout/IconVerticalSolidList"/>
    <dgm:cxn modelId="{B45CE132-5CE3-BC4F-A2FF-E95135733D61}" type="presOf" srcId="{FAF1E9B2-2387-4996-9B03-A9ABFC32F8AA}" destId="{C4BFC440-2F29-45EE-8D5E-35B6459127D5}" srcOrd="0" destOrd="0" presId="urn:microsoft.com/office/officeart/2018/2/layout/IconVerticalSolidList"/>
    <dgm:cxn modelId="{91C4F539-A137-4704-877F-E39502F66072}" srcId="{10C8DDBF-C0FB-41D1-8830-C6D3C7E93D4E}" destId="{DA62F738-E307-43D6-9193-C37CA8895146}" srcOrd="0" destOrd="0" parTransId="{5D2650B8-AC7C-4A86-8C33-3822EB9A15B8}" sibTransId="{7C384994-891D-4913-9A56-9CBABC592FF5}"/>
    <dgm:cxn modelId="{FEFD5040-877E-2349-9918-E46A85DB93A9}" type="presOf" srcId="{CED025E6-291E-4DA4-B6CD-DE8C21058305}" destId="{A3185B17-D2CE-4CE4-A760-FC2C1C24130E}" srcOrd="0" destOrd="0" presId="urn:microsoft.com/office/officeart/2018/2/layout/IconVerticalSolidList"/>
    <dgm:cxn modelId="{C498AF4A-6622-4F8C-BC77-C39A3BDF5DD2}" srcId="{82D39E7E-85F7-4889-801B-8561C211AF86}" destId="{FAF1E9B2-2387-4996-9B03-A9ABFC32F8AA}" srcOrd="2" destOrd="0" parTransId="{D841453A-F7FF-4FA8-B9D0-31430531E0A0}" sibTransId="{631744BA-E5E7-43EF-BC9E-BAB24B1C7D45}"/>
    <dgm:cxn modelId="{15371E73-7997-44A1-9720-7011F2859F64}" srcId="{82D39E7E-85F7-4889-801B-8561C211AF86}" destId="{6CC23CB6-404C-4ACB-BC35-C1E7726F9910}" srcOrd="1" destOrd="0" parTransId="{EB3D95C1-1237-4D4E-ACC7-FF4EBAE33638}" sibTransId="{5CF54C74-6F77-43F9-8701-3FBD7CE3900C}"/>
    <dgm:cxn modelId="{6742C886-C823-4ACE-AC72-B74313454BE3}" srcId="{82D39E7E-85F7-4889-801B-8561C211AF86}" destId="{708E627F-0B2C-4A3A-A0D2-BA75781B2BAF}" srcOrd="0" destOrd="0" parTransId="{696426E4-E251-4BA9-999A-4D4154B1196E}" sibTransId="{A422DA37-716B-4434-918F-26EDE43242E2}"/>
    <dgm:cxn modelId="{DDFC2D87-D195-6B4A-B5A0-B05639CE3385}" type="presOf" srcId="{708E627F-0B2C-4A3A-A0D2-BA75781B2BAF}" destId="{9F157CAE-1FDF-4296-904E-4191F0084E06}" srcOrd="0" destOrd="0" presId="urn:microsoft.com/office/officeart/2018/2/layout/IconVerticalSolidList"/>
    <dgm:cxn modelId="{F399498B-6D9E-43E7-9099-BCABF12800CB}" srcId="{708E627F-0B2C-4A3A-A0D2-BA75781B2BAF}" destId="{DC4F0AAE-03B3-4AAE-BFE7-72B0BDD2E8B9}" srcOrd="0" destOrd="0" parTransId="{96582AB5-A3BD-4E84-986F-C53830DEF42F}" sibTransId="{218E0682-3D65-4C8F-A382-6E067D6DB8F9}"/>
    <dgm:cxn modelId="{7D4C2A9D-E3E3-4A9E-A486-461F27C0CF0C}" srcId="{6CC23CB6-404C-4ACB-BC35-C1E7726F9910}" destId="{CED025E6-291E-4DA4-B6CD-DE8C21058305}" srcOrd="0" destOrd="0" parTransId="{ED7C37F5-619E-4BAC-8117-0AEC877DBCF9}" sibTransId="{339678DC-B8C4-4C3F-B930-88FBF7452B19}"/>
    <dgm:cxn modelId="{81AB9EA0-9876-1140-8C25-19CD979016C5}" type="presOf" srcId="{82D39E7E-85F7-4889-801B-8561C211AF86}" destId="{450D22F8-AB77-4439-BE9D-F0E8A55A9909}" srcOrd="0" destOrd="0" presId="urn:microsoft.com/office/officeart/2018/2/layout/IconVerticalSolidList"/>
    <dgm:cxn modelId="{A1D7ECB6-0CD6-C74D-812D-EC1C5E2DEA5D}" type="presOf" srcId="{DC4F0AAE-03B3-4AAE-BFE7-72B0BDD2E8B9}" destId="{BB11156C-6871-4618-893D-972D9CBC1B45}" srcOrd="0" destOrd="0" presId="urn:microsoft.com/office/officeart/2018/2/layout/IconVerticalSolidList"/>
    <dgm:cxn modelId="{9D26B8B8-A2AA-194B-A92A-632B4D5BD454}" type="presOf" srcId="{6CC23CB6-404C-4ACB-BC35-C1E7726F9910}" destId="{1082CCB0-AD0E-4265-8B47-A50F9577EC4A}" srcOrd="0" destOrd="0" presId="urn:microsoft.com/office/officeart/2018/2/layout/IconVerticalSolidList"/>
    <dgm:cxn modelId="{F18639C1-162A-A44E-B81B-59332B9B2322}" type="presOf" srcId="{10C8DDBF-C0FB-41D1-8830-C6D3C7E93D4E}" destId="{3DEC2D43-A0F7-4790-BF93-5AC10E5190F3}" srcOrd="0" destOrd="0" presId="urn:microsoft.com/office/officeart/2018/2/layout/IconVerticalSolidList"/>
    <dgm:cxn modelId="{C79AD1CF-8AAA-2E45-84ED-C7567C7CC3E4}" type="presOf" srcId="{4C1E9895-59A3-4F22-9577-C7C52E2786B0}" destId="{5BC607DA-F08C-4435-9D98-5DA99309A0E8}" srcOrd="0" destOrd="0" presId="urn:microsoft.com/office/officeart/2018/2/layout/IconVerticalSolidList"/>
    <dgm:cxn modelId="{3752F8F7-200D-4291-906D-2A053658DB99}" srcId="{82D39E7E-85F7-4889-801B-8561C211AF86}" destId="{10C8DDBF-C0FB-41D1-8830-C6D3C7E93D4E}" srcOrd="3" destOrd="0" parTransId="{65BB7F13-322A-4113-825C-9CDE2404CD5B}" sibTransId="{9A9C517B-6ED5-4036-B950-072A398DE3E9}"/>
    <dgm:cxn modelId="{39A6473D-7839-C04F-9DEB-4C46D97A731B}" type="presParOf" srcId="{450D22F8-AB77-4439-BE9D-F0E8A55A9909}" destId="{3631E0C7-F159-4978-B0EA-01C6B4F43B10}" srcOrd="0" destOrd="0" presId="urn:microsoft.com/office/officeart/2018/2/layout/IconVerticalSolidList"/>
    <dgm:cxn modelId="{F6DB41BA-D272-4F49-946C-92E51B5056D5}" type="presParOf" srcId="{3631E0C7-F159-4978-B0EA-01C6B4F43B10}" destId="{33CF8C7A-CB0B-49FC-BA56-101F47789242}" srcOrd="0" destOrd="0" presId="urn:microsoft.com/office/officeart/2018/2/layout/IconVerticalSolidList"/>
    <dgm:cxn modelId="{66C45062-1D7D-8E43-8018-BE43C791CC6B}" type="presParOf" srcId="{3631E0C7-F159-4978-B0EA-01C6B4F43B10}" destId="{A331C7FC-7C40-4C90-98EC-748F5D04CBA5}" srcOrd="1" destOrd="0" presId="urn:microsoft.com/office/officeart/2018/2/layout/IconVerticalSolidList"/>
    <dgm:cxn modelId="{4BFC8153-866E-F044-BA44-746931B94D5A}" type="presParOf" srcId="{3631E0C7-F159-4978-B0EA-01C6B4F43B10}" destId="{1184E9A5-4AB3-493A-8372-5CC87682CF26}" srcOrd="2" destOrd="0" presId="urn:microsoft.com/office/officeart/2018/2/layout/IconVerticalSolidList"/>
    <dgm:cxn modelId="{B36AF363-B240-3541-8576-1401F341EFD0}" type="presParOf" srcId="{3631E0C7-F159-4978-B0EA-01C6B4F43B10}" destId="{9F157CAE-1FDF-4296-904E-4191F0084E06}" srcOrd="3" destOrd="0" presId="urn:microsoft.com/office/officeart/2018/2/layout/IconVerticalSolidList"/>
    <dgm:cxn modelId="{0900D87A-FC98-3444-8E11-4CEC1596AE78}" type="presParOf" srcId="{3631E0C7-F159-4978-B0EA-01C6B4F43B10}" destId="{BB11156C-6871-4618-893D-972D9CBC1B45}" srcOrd="4" destOrd="0" presId="urn:microsoft.com/office/officeart/2018/2/layout/IconVerticalSolidList"/>
    <dgm:cxn modelId="{516AF745-3E33-6940-B6D9-AB94F995C279}" type="presParOf" srcId="{450D22F8-AB77-4439-BE9D-F0E8A55A9909}" destId="{12DB3EFF-0437-4C4F-A2FB-1B97F07B515B}" srcOrd="1" destOrd="0" presId="urn:microsoft.com/office/officeart/2018/2/layout/IconVerticalSolidList"/>
    <dgm:cxn modelId="{C4FD15D3-13C6-0D4E-A88A-D35E5311D55F}" type="presParOf" srcId="{450D22F8-AB77-4439-BE9D-F0E8A55A9909}" destId="{78DE0D63-C3CA-455C-903E-828C106BAC1B}" srcOrd="2" destOrd="0" presId="urn:microsoft.com/office/officeart/2018/2/layout/IconVerticalSolidList"/>
    <dgm:cxn modelId="{F643CA89-47F1-D34D-A1EB-733F594BB23A}" type="presParOf" srcId="{78DE0D63-C3CA-455C-903E-828C106BAC1B}" destId="{4204D980-17C0-4949-B0BA-817E720D0E1D}" srcOrd="0" destOrd="0" presId="urn:microsoft.com/office/officeart/2018/2/layout/IconVerticalSolidList"/>
    <dgm:cxn modelId="{2A8A3C49-F017-D648-90AF-C13C840CF3CB}" type="presParOf" srcId="{78DE0D63-C3CA-455C-903E-828C106BAC1B}" destId="{F4157CE4-8F57-4459-95A7-859DCFBA367E}" srcOrd="1" destOrd="0" presId="urn:microsoft.com/office/officeart/2018/2/layout/IconVerticalSolidList"/>
    <dgm:cxn modelId="{2572E6B6-5625-3440-9D4E-F087E0DDA172}" type="presParOf" srcId="{78DE0D63-C3CA-455C-903E-828C106BAC1B}" destId="{2B484D36-73FB-4CDF-973F-1A103546B51F}" srcOrd="2" destOrd="0" presId="urn:microsoft.com/office/officeart/2018/2/layout/IconVerticalSolidList"/>
    <dgm:cxn modelId="{89E55C3D-DB10-DA4F-BB21-B040A2C14A03}" type="presParOf" srcId="{78DE0D63-C3CA-455C-903E-828C106BAC1B}" destId="{1082CCB0-AD0E-4265-8B47-A50F9577EC4A}" srcOrd="3" destOrd="0" presId="urn:microsoft.com/office/officeart/2018/2/layout/IconVerticalSolidList"/>
    <dgm:cxn modelId="{34786432-0A9A-754B-94E3-7E1C28F4603A}" type="presParOf" srcId="{78DE0D63-C3CA-455C-903E-828C106BAC1B}" destId="{A3185B17-D2CE-4CE4-A760-FC2C1C24130E}" srcOrd="4" destOrd="0" presId="urn:microsoft.com/office/officeart/2018/2/layout/IconVerticalSolidList"/>
    <dgm:cxn modelId="{C5AAEB03-CC50-1146-935C-A4BC6F381190}" type="presParOf" srcId="{450D22F8-AB77-4439-BE9D-F0E8A55A9909}" destId="{FC651917-1981-4410-A46B-D20EE03B7942}" srcOrd="3" destOrd="0" presId="urn:microsoft.com/office/officeart/2018/2/layout/IconVerticalSolidList"/>
    <dgm:cxn modelId="{26DC550C-D615-9C4F-85D1-A70BD19080AE}" type="presParOf" srcId="{450D22F8-AB77-4439-BE9D-F0E8A55A9909}" destId="{712801BD-8B8D-4D0E-8ADF-73BA65369354}" srcOrd="4" destOrd="0" presId="urn:microsoft.com/office/officeart/2018/2/layout/IconVerticalSolidList"/>
    <dgm:cxn modelId="{8F00C4DB-F153-8041-AB9F-B7755FDD976D}" type="presParOf" srcId="{712801BD-8B8D-4D0E-8ADF-73BA65369354}" destId="{FF785720-F809-4C4E-9D61-6495A8BE8706}" srcOrd="0" destOrd="0" presId="urn:microsoft.com/office/officeart/2018/2/layout/IconVerticalSolidList"/>
    <dgm:cxn modelId="{2669A13C-DB2F-4049-8638-99C81242775A}" type="presParOf" srcId="{712801BD-8B8D-4D0E-8ADF-73BA65369354}" destId="{6049C25A-5300-4539-A5D8-DAD59A2AF286}" srcOrd="1" destOrd="0" presId="urn:microsoft.com/office/officeart/2018/2/layout/IconVerticalSolidList"/>
    <dgm:cxn modelId="{10FCAC6D-E81F-8745-8B43-DFFC76A5FD58}" type="presParOf" srcId="{712801BD-8B8D-4D0E-8ADF-73BA65369354}" destId="{90293B21-2428-45B8-AD29-58FFD682816F}" srcOrd="2" destOrd="0" presId="urn:microsoft.com/office/officeart/2018/2/layout/IconVerticalSolidList"/>
    <dgm:cxn modelId="{94AA2606-8DEF-EE48-A32F-A53E4FCCAC34}" type="presParOf" srcId="{712801BD-8B8D-4D0E-8ADF-73BA65369354}" destId="{C4BFC440-2F29-45EE-8D5E-35B6459127D5}" srcOrd="3" destOrd="0" presId="urn:microsoft.com/office/officeart/2018/2/layout/IconVerticalSolidList"/>
    <dgm:cxn modelId="{B6E9C090-63E9-C44E-8E5E-9737CA88E197}" type="presParOf" srcId="{712801BD-8B8D-4D0E-8ADF-73BA65369354}" destId="{5BC607DA-F08C-4435-9D98-5DA99309A0E8}" srcOrd="4" destOrd="0" presId="urn:microsoft.com/office/officeart/2018/2/layout/IconVerticalSolidList"/>
    <dgm:cxn modelId="{D9F6010E-4710-AA41-A900-37433936EE43}" type="presParOf" srcId="{450D22F8-AB77-4439-BE9D-F0E8A55A9909}" destId="{9CA97B65-B8EF-4AE0-A674-8FCF8578562D}" srcOrd="5" destOrd="0" presId="urn:microsoft.com/office/officeart/2018/2/layout/IconVerticalSolidList"/>
    <dgm:cxn modelId="{041F48BB-22CE-7142-AC62-4EA627868381}" type="presParOf" srcId="{450D22F8-AB77-4439-BE9D-F0E8A55A9909}" destId="{97F2F771-C77C-4ACE-A52B-01FD77539829}" srcOrd="6" destOrd="0" presId="urn:microsoft.com/office/officeart/2018/2/layout/IconVerticalSolidList"/>
    <dgm:cxn modelId="{350EAFA0-B9DD-2743-82DF-053127711B23}" type="presParOf" srcId="{97F2F771-C77C-4ACE-A52B-01FD77539829}" destId="{BEB88B90-6670-4A25-B604-4A18E63E579C}" srcOrd="0" destOrd="0" presId="urn:microsoft.com/office/officeart/2018/2/layout/IconVerticalSolidList"/>
    <dgm:cxn modelId="{030238F1-9222-9A4A-B0CE-F4A4193E5791}" type="presParOf" srcId="{97F2F771-C77C-4ACE-A52B-01FD77539829}" destId="{78593868-733D-45D3-B06E-35A048DA4982}" srcOrd="1" destOrd="0" presId="urn:microsoft.com/office/officeart/2018/2/layout/IconVerticalSolidList"/>
    <dgm:cxn modelId="{FC9228EE-7A08-724D-B8D9-9DE4BFB085B4}" type="presParOf" srcId="{97F2F771-C77C-4ACE-A52B-01FD77539829}" destId="{83509B58-5398-4F70-8366-871C1547FAFA}" srcOrd="2" destOrd="0" presId="urn:microsoft.com/office/officeart/2018/2/layout/IconVerticalSolidList"/>
    <dgm:cxn modelId="{F0D10D9A-6683-0C4C-88BE-42EA3E056AEB}" type="presParOf" srcId="{97F2F771-C77C-4ACE-A52B-01FD77539829}" destId="{3DEC2D43-A0F7-4790-BF93-5AC10E5190F3}" srcOrd="3" destOrd="0" presId="urn:microsoft.com/office/officeart/2018/2/layout/IconVerticalSolidList"/>
    <dgm:cxn modelId="{7F793FC2-A94C-0E41-A9E8-4290AA381208}" type="presParOf" srcId="{97F2F771-C77C-4ACE-A52B-01FD77539829}" destId="{01F7DA92-9706-469E-8445-FE24CF22E69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895F84-B269-412C-A9DE-63FEDDBAF4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1B0798-FF56-46A6-899C-3D596E1570CA}">
      <dgm:prSet/>
      <dgm:spPr/>
      <dgm:t>
        <a:bodyPr/>
        <a:lstStyle/>
        <a:p>
          <a:r>
            <a:rPr lang="en-IN"/>
            <a:t>Resume Analyzer</a:t>
          </a:r>
          <a:endParaRPr lang="en-US"/>
        </a:p>
      </dgm:t>
    </dgm:pt>
    <dgm:pt modelId="{9D02119C-1406-438C-BF7E-FADF1208C022}" type="parTrans" cxnId="{BAC8B06E-5DEC-4A68-8AE1-B98EA192EF03}">
      <dgm:prSet/>
      <dgm:spPr/>
      <dgm:t>
        <a:bodyPr/>
        <a:lstStyle/>
        <a:p>
          <a:endParaRPr lang="en-US"/>
        </a:p>
      </dgm:t>
    </dgm:pt>
    <dgm:pt modelId="{0825FC9D-CA08-4EF5-839A-F945BEC58DFD}" type="sibTrans" cxnId="{BAC8B06E-5DEC-4A68-8AE1-B98EA192EF03}">
      <dgm:prSet/>
      <dgm:spPr/>
      <dgm:t>
        <a:bodyPr/>
        <a:lstStyle/>
        <a:p>
          <a:endParaRPr lang="en-US"/>
        </a:p>
      </dgm:t>
    </dgm:pt>
    <dgm:pt modelId="{45B13698-B83A-43BC-943E-205ADF2AF922}">
      <dgm:prSet/>
      <dgm:spPr/>
      <dgm:t>
        <a:bodyPr/>
        <a:lstStyle/>
        <a:p>
          <a:r>
            <a:rPr lang="en-IN"/>
            <a:t>Job Finder</a:t>
          </a:r>
          <a:endParaRPr lang="en-US"/>
        </a:p>
      </dgm:t>
    </dgm:pt>
    <dgm:pt modelId="{8E5055DC-3E4F-4CBF-8F5C-C7F654D12174}" type="parTrans" cxnId="{34A13F99-8C79-46AC-A9DC-5DB9ED075741}">
      <dgm:prSet/>
      <dgm:spPr/>
      <dgm:t>
        <a:bodyPr/>
        <a:lstStyle/>
        <a:p>
          <a:endParaRPr lang="en-US"/>
        </a:p>
      </dgm:t>
    </dgm:pt>
    <dgm:pt modelId="{0B257EF7-9B66-43E4-BC7C-F1C7D7C31B06}" type="sibTrans" cxnId="{34A13F99-8C79-46AC-A9DC-5DB9ED075741}">
      <dgm:prSet/>
      <dgm:spPr/>
      <dgm:t>
        <a:bodyPr/>
        <a:lstStyle/>
        <a:p>
          <a:endParaRPr lang="en-US"/>
        </a:p>
      </dgm:t>
    </dgm:pt>
    <dgm:pt modelId="{CCFDECDB-F0DA-4E7D-A974-C1AAE33A091D}">
      <dgm:prSet/>
      <dgm:spPr/>
      <dgm:t>
        <a:bodyPr/>
        <a:lstStyle/>
        <a:p>
          <a:r>
            <a:rPr lang="en-IN"/>
            <a:t>Resume Tailor</a:t>
          </a:r>
          <a:endParaRPr lang="en-US"/>
        </a:p>
      </dgm:t>
    </dgm:pt>
    <dgm:pt modelId="{E51EDBBC-D04E-40EA-9880-7C1CB5143433}" type="parTrans" cxnId="{83507477-A1FA-49FA-9408-C61C07FE17BE}">
      <dgm:prSet/>
      <dgm:spPr/>
      <dgm:t>
        <a:bodyPr/>
        <a:lstStyle/>
        <a:p>
          <a:endParaRPr lang="en-US"/>
        </a:p>
      </dgm:t>
    </dgm:pt>
    <dgm:pt modelId="{2EA7D814-A05C-4CA0-8300-07A3E99AFE8A}" type="sibTrans" cxnId="{83507477-A1FA-49FA-9408-C61C07FE17BE}">
      <dgm:prSet/>
      <dgm:spPr/>
      <dgm:t>
        <a:bodyPr/>
        <a:lstStyle/>
        <a:p>
          <a:endParaRPr lang="en-US"/>
        </a:p>
      </dgm:t>
    </dgm:pt>
    <dgm:pt modelId="{2B0902B6-0768-49FD-8E91-DD73461C28C3}">
      <dgm:prSet/>
      <dgm:spPr/>
      <dgm:t>
        <a:bodyPr/>
        <a:lstStyle/>
        <a:p>
          <a:r>
            <a:rPr lang="en-IN"/>
            <a:t>Interview Coach</a:t>
          </a:r>
          <a:endParaRPr lang="en-US"/>
        </a:p>
      </dgm:t>
    </dgm:pt>
    <dgm:pt modelId="{88BD585F-5B2E-41ED-B8F9-17E3498DA632}" type="parTrans" cxnId="{E6B128E4-B34B-4C27-A8CC-9F6942D25962}">
      <dgm:prSet/>
      <dgm:spPr/>
      <dgm:t>
        <a:bodyPr/>
        <a:lstStyle/>
        <a:p>
          <a:endParaRPr lang="en-US"/>
        </a:p>
      </dgm:t>
    </dgm:pt>
    <dgm:pt modelId="{8A5DF39E-9526-43C4-B0AB-5CE2720AFA83}" type="sibTrans" cxnId="{E6B128E4-B34B-4C27-A8CC-9F6942D25962}">
      <dgm:prSet/>
      <dgm:spPr/>
      <dgm:t>
        <a:bodyPr/>
        <a:lstStyle/>
        <a:p>
          <a:endParaRPr lang="en-US"/>
        </a:p>
      </dgm:t>
    </dgm:pt>
    <dgm:pt modelId="{10A62188-21B1-4E77-9796-890A71C941B4}">
      <dgm:prSet/>
      <dgm:spPr/>
      <dgm:t>
        <a:bodyPr/>
        <a:lstStyle/>
        <a:p>
          <a:r>
            <a:rPr lang="en-IN"/>
            <a:t>Project Mentor</a:t>
          </a:r>
          <a:endParaRPr lang="en-US"/>
        </a:p>
      </dgm:t>
    </dgm:pt>
    <dgm:pt modelId="{9985CBBB-EF2C-44AB-938C-080ED9E26D57}" type="parTrans" cxnId="{3ECFAC82-3827-4E74-BE0D-AB8FE13B01C1}">
      <dgm:prSet/>
      <dgm:spPr/>
      <dgm:t>
        <a:bodyPr/>
        <a:lstStyle/>
        <a:p>
          <a:endParaRPr lang="en-US"/>
        </a:p>
      </dgm:t>
    </dgm:pt>
    <dgm:pt modelId="{0691E32F-2CDD-4CD5-9B51-91E4B1EF08F6}" type="sibTrans" cxnId="{3ECFAC82-3827-4E74-BE0D-AB8FE13B01C1}">
      <dgm:prSet/>
      <dgm:spPr/>
      <dgm:t>
        <a:bodyPr/>
        <a:lstStyle/>
        <a:p>
          <a:endParaRPr lang="en-US"/>
        </a:p>
      </dgm:t>
    </dgm:pt>
    <dgm:pt modelId="{9A37552B-0462-40F6-9213-26125EFF2922}" type="pres">
      <dgm:prSet presAssocID="{A7895F84-B269-412C-A9DE-63FEDDBAF4F0}" presName="root" presStyleCnt="0">
        <dgm:presLayoutVars>
          <dgm:dir/>
          <dgm:resizeHandles val="exact"/>
        </dgm:presLayoutVars>
      </dgm:prSet>
      <dgm:spPr/>
    </dgm:pt>
    <dgm:pt modelId="{1ED1CAF3-B881-4781-A8D2-B7BA0AFE485B}" type="pres">
      <dgm:prSet presAssocID="{4D1B0798-FF56-46A6-899C-3D596E1570CA}" presName="compNode" presStyleCnt="0"/>
      <dgm:spPr/>
    </dgm:pt>
    <dgm:pt modelId="{1C824B55-18D2-4D4E-B637-07D54726E305}" type="pres">
      <dgm:prSet presAssocID="{4D1B0798-FF56-46A6-899C-3D596E1570CA}" presName="bgRect" presStyleLbl="bgShp" presStyleIdx="0" presStyleCnt="5"/>
      <dgm:spPr/>
    </dgm:pt>
    <dgm:pt modelId="{66295AB6-3B8B-419B-AE56-8FBC94E48B2D}" type="pres">
      <dgm:prSet presAssocID="{4D1B0798-FF56-46A6-899C-3D596E1570C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F094DFB-6791-4CBF-92D7-E3E6408C8001}" type="pres">
      <dgm:prSet presAssocID="{4D1B0798-FF56-46A6-899C-3D596E1570CA}" presName="spaceRect" presStyleCnt="0"/>
      <dgm:spPr/>
    </dgm:pt>
    <dgm:pt modelId="{6CD60DFC-E7C0-48F8-99BB-590B935D19A2}" type="pres">
      <dgm:prSet presAssocID="{4D1B0798-FF56-46A6-899C-3D596E1570CA}" presName="parTx" presStyleLbl="revTx" presStyleIdx="0" presStyleCnt="5">
        <dgm:presLayoutVars>
          <dgm:chMax val="0"/>
          <dgm:chPref val="0"/>
        </dgm:presLayoutVars>
      </dgm:prSet>
      <dgm:spPr/>
    </dgm:pt>
    <dgm:pt modelId="{B110DA74-2D65-4073-8497-A65FF366FF8E}" type="pres">
      <dgm:prSet presAssocID="{0825FC9D-CA08-4EF5-839A-F945BEC58DFD}" presName="sibTrans" presStyleCnt="0"/>
      <dgm:spPr/>
    </dgm:pt>
    <dgm:pt modelId="{2E6EA8EC-AD29-458D-A7CD-06AE24C176C2}" type="pres">
      <dgm:prSet presAssocID="{45B13698-B83A-43BC-943E-205ADF2AF922}" presName="compNode" presStyleCnt="0"/>
      <dgm:spPr/>
    </dgm:pt>
    <dgm:pt modelId="{9C2AD68B-CBE0-4280-9559-6D9D452BCDD8}" type="pres">
      <dgm:prSet presAssocID="{45B13698-B83A-43BC-943E-205ADF2AF922}" presName="bgRect" presStyleLbl="bgShp" presStyleIdx="1" presStyleCnt="5"/>
      <dgm:spPr/>
    </dgm:pt>
    <dgm:pt modelId="{FEC00D30-F8CC-423B-AD26-0BDCBF5E0494}" type="pres">
      <dgm:prSet presAssocID="{45B13698-B83A-43BC-943E-205ADF2AF9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C6D7E57-7B34-48C5-A497-4AF23839021B}" type="pres">
      <dgm:prSet presAssocID="{45B13698-B83A-43BC-943E-205ADF2AF922}" presName="spaceRect" presStyleCnt="0"/>
      <dgm:spPr/>
    </dgm:pt>
    <dgm:pt modelId="{95F6708C-E589-489A-AF7E-08CBB8A02FF6}" type="pres">
      <dgm:prSet presAssocID="{45B13698-B83A-43BC-943E-205ADF2AF922}" presName="parTx" presStyleLbl="revTx" presStyleIdx="1" presStyleCnt="5">
        <dgm:presLayoutVars>
          <dgm:chMax val="0"/>
          <dgm:chPref val="0"/>
        </dgm:presLayoutVars>
      </dgm:prSet>
      <dgm:spPr/>
    </dgm:pt>
    <dgm:pt modelId="{C0297A00-5CD6-42FB-BAB8-4260F6C7289F}" type="pres">
      <dgm:prSet presAssocID="{0B257EF7-9B66-43E4-BC7C-F1C7D7C31B06}" presName="sibTrans" presStyleCnt="0"/>
      <dgm:spPr/>
    </dgm:pt>
    <dgm:pt modelId="{E259DFB9-AB1F-47D2-B1CB-4AB92B88807A}" type="pres">
      <dgm:prSet presAssocID="{CCFDECDB-F0DA-4E7D-A974-C1AAE33A091D}" presName="compNode" presStyleCnt="0"/>
      <dgm:spPr/>
    </dgm:pt>
    <dgm:pt modelId="{693F45B8-CCFB-494C-A9E9-74B6B78526CE}" type="pres">
      <dgm:prSet presAssocID="{CCFDECDB-F0DA-4E7D-A974-C1AAE33A091D}" presName="bgRect" presStyleLbl="bgShp" presStyleIdx="2" presStyleCnt="5"/>
      <dgm:spPr/>
    </dgm:pt>
    <dgm:pt modelId="{2E7F060A-B6AD-4E97-BD26-896DF7B93885}" type="pres">
      <dgm:prSet presAssocID="{CCFDECDB-F0DA-4E7D-A974-C1AAE33A091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825EF7F-A709-414A-8BCE-BBEF67BB8F3E}" type="pres">
      <dgm:prSet presAssocID="{CCFDECDB-F0DA-4E7D-A974-C1AAE33A091D}" presName="spaceRect" presStyleCnt="0"/>
      <dgm:spPr/>
    </dgm:pt>
    <dgm:pt modelId="{E163F07F-6AEF-42B0-8DC0-A8D12683CDC3}" type="pres">
      <dgm:prSet presAssocID="{CCFDECDB-F0DA-4E7D-A974-C1AAE33A091D}" presName="parTx" presStyleLbl="revTx" presStyleIdx="2" presStyleCnt="5">
        <dgm:presLayoutVars>
          <dgm:chMax val="0"/>
          <dgm:chPref val="0"/>
        </dgm:presLayoutVars>
      </dgm:prSet>
      <dgm:spPr/>
    </dgm:pt>
    <dgm:pt modelId="{BA0C3DE6-0D77-427A-B024-DAD5DFB7C0B8}" type="pres">
      <dgm:prSet presAssocID="{2EA7D814-A05C-4CA0-8300-07A3E99AFE8A}" presName="sibTrans" presStyleCnt="0"/>
      <dgm:spPr/>
    </dgm:pt>
    <dgm:pt modelId="{E88B3C9E-85BA-4273-8608-FC3C7F7AA43D}" type="pres">
      <dgm:prSet presAssocID="{2B0902B6-0768-49FD-8E91-DD73461C28C3}" presName="compNode" presStyleCnt="0"/>
      <dgm:spPr/>
    </dgm:pt>
    <dgm:pt modelId="{B23990C0-FD2B-4677-B273-7B98E8B328AD}" type="pres">
      <dgm:prSet presAssocID="{2B0902B6-0768-49FD-8E91-DD73461C28C3}" presName="bgRect" presStyleLbl="bgShp" presStyleIdx="3" presStyleCnt="5"/>
      <dgm:spPr/>
    </dgm:pt>
    <dgm:pt modelId="{51CF10EA-7C31-4206-B76A-2E77411103FE}" type="pres">
      <dgm:prSet presAssocID="{2B0902B6-0768-49FD-8E91-DD73461C28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090137D-0155-4C04-B7B2-7A4DB48DB551}" type="pres">
      <dgm:prSet presAssocID="{2B0902B6-0768-49FD-8E91-DD73461C28C3}" presName="spaceRect" presStyleCnt="0"/>
      <dgm:spPr/>
    </dgm:pt>
    <dgm:pt modelId="{179AE5EC-301B-470C-837B-3F7F4211C34E}" type="pres">
      <dgm:prSet presAssocID="{2B0902B6-0768-49FD-8E91-DD73461C28C3}" presName="parTx" presStyleLbl="revTx" presStyleIdx="3" presStyleCnt="5">
        <dgm:presLayoutVars>
          <dgm:chMax val="0"/>
          <dgm:chPref val="0"/>
        </dgm:presLayoutVars>
      </dgm:prSet>
      <dgm:spPr/>
    </dgm:pt>
    <dgm:pt modelId="{A1D3E754-203D-41B7-8E41-AAF850374206}" type="pres">
      <dgm:prSet presAssocID="{8A5DF39E-9526-43C4-B0AB-5CE2720AFA83}" presName="sibTrans" presStyleCnt="0"/>
      <dgm:spPr/>
    </dgm:pt>
    <dgm:pt modelId="{A0F8520A-9EF2-4394-B032-D10FDE24C0AB}" type="pres">
      <dgm:prSet presAssocID="{10A62188-21B1-4E77-9796-890A71C941B4}" presName="compNode" presStyleCnt="0"/>
      <dgm:spPr/>
    </dgm:pt>
    <dgm:pt modelId="{0C1F2F54-A5BD-4AE5-8593-769E610A4046}" type="pres">
      <dgm:prSet presAssocID="{10A62188-21B1-4E77-9796-890A71C941B4}" presName="bgRect" presStyleLbl="bgShp" presStyleIdx="4" presStyleCnt="5"/>
      <dgm:spPr/>
    </dgm:pt>
    <dgm:pt modelId="{D68A2729-623A-41DF-9217-635F7FDD8EDB}" type="pres">
      <dgm:prSet presAssocID="{10A62188-21B1-4E77-9796-890A71C941B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3192906-827F-4B9B-A9D7-8BEE15E219D0}" type="pres">
      <dgm:prSet presAssocID="{10A62188-21B1-4E77-9796-890A71C941B4}" presName="spaceRect" presStyleCnt="0"/>
      <dgm:spPr/>
    </dgm:pt>
    <dgm:pt modelId="{C58A2603-AD3F-4D03-A7BD-076F802D6CD7}" type="pres">
      <dgm:prSet presAssocID="{10A62188-21B1-4E77-9796-890A71C941B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8603434-C15A-4BE5-950F-4102929F4C1F}" type="presOf" srcId="{4D1B0798-FF56-46A6-899C-3D596E1570CA}" destId="{6CD60DFC-E7C0-48F8-99BB-590B935D19A2}" srcOrd="0" destOrd="0" presId="urn:microsoft.com/office/officeart/2018/2/layout/IconVerticalSolidList"/>
    <dgm:cxn modelId="{67BB2C36-2E0D-4C76-AAB9-F622AF41DC74}" type="presOf" srcId="{10A62188-21B1-4E77-9796-890A71C941B4}" destId="{C58A2603-AD3F-4D03-A7BD-076F802D6CD7}" srcOrd="0" destOrd="0" presId="urn:microsoft.com/office/officeart/2018/2/layout/IconVerticalSolidList"/>
    <dgm:cxn modelId="{9FE08443-5A06-4C5C-A689-3D1D0D5B16D3}" type="presOf" srcId="{45B13698-B83A-43BC-943E-205ADF2AF922}" destId="{95F6708C-E589-489A-AF7E-08CBB8A02FF6}" srcOrd="0" destOrd="0" presId="urn:microsoft.com/office/officeart/2018/2/layout/IconVerticalSolidList"/>
    <dgm:cxn modelId="{980B4E44-DDCC-462A-934D-27FB4FDCAD7D}" type="presOf" srcId="{A7895F84-B269-412C-A9DE-63FEDDBAF4F0}" destId="{9A37552B-0462-40F6-9213-26125EFF2922}" srcOrd="0" destOrd="0" presId="urn:microsoft.com/office/officeart/2018/2/layout/IconVerticalSolidList"/>
    <dgm:cxn modelId="{BAC8B06E-5DEC-4A68-8AE1-B98EA192EF03}" srcId="{A7895F84-B269-412C-A9DE-63FEDDBAF4F0}" destId="{4D1B0798-FF56-46A6-899C-3D596E1570CA}" srcOrd="0" destOrd="0" parTransId="{9D02119C-1406-438C-BF7E-FADF1208C022}" sibTransId="{0825FC9D-CA08-4EF5-839A-F945BEC58DFD}"/>
    <dgm:cxn modelId="{83507477-A1FA-49FA-9408-C61C07FE17BE}" srcId="{A7895F84-B269-412C-A9DE-63FEDDBAF4F0}" destId="{CCFDECDB-F0DA-4E7D-A974-C1AAE33A091D}" srcOrd="2" destOrd="0" parTransId="{E51EDBBC-D04E-40EA-9880-7C1CB5143433}" sibTransId="{2EA7D814-A05C-4CA0-8300-07A3E99AFE8A}"/>
    <dgm:cxn modelId="{3ECFAC82-3827-4E74-BE0D-AB8FE13B01C1}" srcId="{A7895F84-B269-412C-A9DE-63FEDDBAF4F0}" destId="{10A62188-21B1-4E77-9796-890A71C941B4}" srcOrd="4" destOrd="0" parTransId="{9985CBBB-EF2C-44AB-938C-080ED9E26D57}" sibTransId="{0691E32F-2CDD-4CD5-9B51-91E4B1EF08F6}"/>
    <dgm:cxn modelId="{350C7291-420F-4984-A8AA-44C6A3ED0626}" type="presOf" srcId="{2B0902B6-0768-49FD-8E91-DD73461C28C3}" destId="{179AE5EC-301B-470C-837B-3F7F4211C34E}" srcOrd="0" destOrd="0" presId="urn:microsoft.com/office/officeart/2018/2/layout/IconVerticalSolidList"/>
    <dgm:cxn modelId="{34A13F99-8C79-46AC-A9DC-5DB9ED075741}" srcId="{A7895F84-B269-412C-A9DE-63FEDDBAF4F0}" destId="{45B13698-B83A-43BC-943E-205ADF2AF922}" srcOrd="1" destOrd="0" parTransId="{8E5055DC-3E4F-4CBF-8F5C-C7F654D12174}" sibTransId="{0B257EF7-9B66-43E4-BC7C-F1C7D7C31B06}"/>
    <dgm:cxn modelId="{D47A9FB9-0BF1-4D04-96F3-24D0B8DBE35F}" type="presOf" srcId="{CCFDECDB-F0DA-4E7D-A974-C1AAE33A091D}" destId="{E163F07F-6AEF-42B0-8DC0-A8D12683CDC3}" srcOrd="0" destOrd="0" presId="urn:microsoft.com/office/officeart/2018/2/layout/IconVerticalSolidList"/>
    <dgm:cxn modelId="{E6B128E4-B34B-4C27-A8CC-9F6942D25962}" srcId="{A7895F84-B269-412C-A9DE-63FEDDBAF4F0}" destId="{2B0902B6-0768-49FD-8E91-DD73461C28C3}" srcOrd="3" destOrd="0" parTransId="{88BD585F-5B2E-41ED-B8F9-17E3498DA632}" sibTransId="{8A5DF39E-9526-43C4-B0AB-5CE2720AFA83}"/>
    <dgm:cxn modelId="{50A8A4FF-2F56-4415-8D90-31AFD25D22BC}" type="presParOf" srcId="{9A37552B-0462-40F6-9213-26125EFF2922}" destId="{1ED1CAF3-B881-4781-A8D2-B7BA0AFE485B}" srcOrd="0" destOrd="0" presId="urn:microsoft.com/office/officeart/2018/2/layout/IconVerticalSolidList"/>
    <dgm:cxn modelId="{B697950B-DA8C-4309-BA56-B70D42AC4E79}" type="presParOf" srcId="{1ED1CAF3-B881-4781-A8D2-B7BA0AFE485B}" destId="{1C824B55-18D2-4D4E-B637-07D54726E305}" srcOrd="0" destOrd="0" presId="urn:microsoft.com/office/officeart/2018/2/layout/IconVerticalSolidList"/>
    <dgm:cxn modelId="{6D95A7B0-CDD7-4016-967D-5B46506246A9}" type="presParOf" srcId="{1ED1CAF3-B881-4781-A8D2-B7BA0AFE485B}" destId="{66295AB6-3B8B-419B-AE56-8FBC94E48B2D}" srcOrd="1" destOrd="0" presId="urn:microsoft.com/office/officeart/2018/2/layout/IconVerticalSolidList"/>
    <dgm:cxn modelId="{52766F0A-1CE4-44A1-B52E-840C0D88936B}" type="presParOf" srcId="{1ED1CAF3-B881-4781-A8D2-B7BA0AFE485B}" destId="{3F094DFB-6791-4CBF-92D7-E3E6408C8001}" srcOrd="2" destOrd="0" presId="urn:microsoft.com/office/officeart/2018/2/layout/IconVerticalSolidList"/>
    <dgm:cxn modelId="{E9FB07B3-EDB4-45C8-B403-3D7AE72F8844}" type="presParOf" srcId="{1ED1CAF3-B881-4781-A8D2-B7BA0AFE485B}" destId="{6CD60DFC-E7C0-48F8-99BB-590B935D19A2}" srcOrd="3" destOrd="0" presId="urn:microsoft.com/office/officeart/2018/2/layout/IconVerticalSolidList"/>
    <dgm:cxn modelId="{597F4CB8-7BCD-4BBA-9FC9-54A7F2E11F9E}" type="presParOf" srcId="{9A37552B-0462-40F6-9213-26125EFF2922}" destId="{B110DA74-2D65-4073-8497-A65FF366FF8E}" srcOrd="1" destOrd="0" presId="urn:microsoft.com/office/officeart/2018/2/layout/IconVerticalSolidList"/>
    <dgm:cxn modelId="{F01595E8-99DF-4F8E-88F4-AED2C6C4C13E}" type="presParOf" srcId="{9A37552B-0462-40F6-9213-26125EFF2922}" destId="{2E6EA8EC-AD29-458D-A7CD-06AE24C176C2}" srcOrd="2" destOrd="0" presId="urn:microsoft.com/office/officeart/2018/2/layout/IconVerticalSolidList"/>
    <dgm:cxn modelId="{A40D79E5-4BA5-4313-82EA-193FBADAD01E}" type="presParOf" srcId="{2E6EA8EC-AD29-458D-A7CD-06AE24C176C2}" destId="{9C2AD68B-CBE0-4280-9559-6D9D452BCDD8}" srcOrd="0" destOrd="0" presId="urn:microsoft.com/office/officeart/2018/2/layout/IconVerticalSolidList"/>
    <dgm:cxn modelId="{8D5E6BF3-3A0A-471E-9AE5-1F7062B3F8A9}" type="presParOf" srcId="{2E6EA8EC-AD29-458D-A7CD-06AE24C176C2}" destId="{FEC00D30-F8CC-423B-AD26-0BDCBF5E0494}" srcOrd="1" destOrd="0" presId="urn:microsoft.com/office/officeart/2018/2/layout/IconVerticalSolidList"/>
    <dgm:cxn modelId="{4BE91A50-C32D-4F34-B3EF-05FEDDF03639}" type="presParOf" srcId="{2E6EA8EC-AD29-458D-A7CD-06AE24C176C2}" destId="{9C6D7E57-7B34-48C5-A497-4AF23839021B}" srcOrd="2" destOrd="0" presId="urn:microsoft.com/office/officeart/2018/2/layout/IconVerticalSolidList"/>
    <dgm:cxn modelId="{A1963EE5-5A3F-46B2-9AC9-D0BCC9CCC299}" type="presParOf" srcId="{2E6EA8EC-AD29-458D-A7CD-06AE24C176C2}" destId="{95F6708C-E589-489A-AF7E-08CBB8A02FF6}" srcOrd="3" destOrd="0" presId="urn:microsoft.com/office/officeart/2018/2/layout/IconVerticalSolidList"/>
    <dgm:cxn modelId="{2F3A4904-532A-410C-92AF-A10FCBA84A3F}" type="presParOf" srcId="{9A37552B-0462-40F6-9213-26125EFF2922}" destId="{C0297A00-5CD6-42FB-BAB8-4260F6C7289F}" srcOrd="3" destOrd="0" presId="urn:microsoft.com/office/officeart/2018/2/layout/IconVerticalSolidList"/>
    <dgm:cxn modelId="{5613C504-1CBA-4107-A138-73548B89F4A9}" type="presParOf" srcId="{9A37552B-0462-40F6-9213-26125EFF2922}" destId="{E259DFB9-AB1F-47D2-B1CB-4AB92B88807A}" srcOrd="4" destOrd="0" presId="urn:microsoft.com/office/officeart/2018/2/layout/IconVerticalSolidList"/>
    <dgm:cxn modelId="{F68C232E-950A-4BA4-AFF4-B11CE245739D}" type="presParOf" srcId="{E259DFB9-AB1F-47D2-B1CB-4AB92B88807A}" destId="{693F45B8-CCFB-494C-A9E9-74B6B78526CE}" srcOrd="0" destOrd="0" presId="urn:microsoft.com/office/officeart/2018/2/layout/IconVerticalSolidList"/>
    <dgm:cxn modelId="{5D7D2AF1-1486-4163-91D1-7FA5473830BF}" type="presParOf" srcId="{E259DFB9-AB1F-47D2-B1CB-4AB92B88807A}" destId="{2E7F060A-B6AD-4E97-BD26-896DF7B93885}" srcOrd="1" destOrd="0" presId="urn:microsoft.com/office/officeart/2018/2/layout/IconVerticalSolidList"/>
    <dgm:cxn modelId="{409C6FDC-17EA-4312-95B9-6EA97B56EE14}" type="presParOf" srcId="{E259DFB9-AB1F-47D2-B1CB-4AB92B88807A}" destId="{D825EF7F-A709-414A-8BCE-BBEF67BB8F3E}" srcOrd="2" destOrd="0" presId="urn:microsoft.com/office/officeart/2018/2/layout/IconVerticalSolidList"/>
    <dgm:cxn modelId="{73C2DE85-BE6D-4F19-A135-48BD6E875A0A}" type="presParOf" srcId="{E259DFB9-AB1F-47D2-B1CB-4AB92B88807A}" destId="{E163F07F-6AEF-42B0-8DC0-A8D12683CDC3}" srcOrd="3" destOrd="0" presId="urn:microsoft.com/office/officeart/2018/2/layout/IconVerticalSolidList"/>
    <dgm:cxn modelId="{B27CAF33-3711-47DD-8DDC-4C05FE564D89}" type="presParOf" srcId="{9A37552B-0462-40F6-9213-26125EFF2922}" destId="{BA0C3DE6-0D77-427A-B024-DAD5DFB7C0B8}" srcOrd="5" destOrd="0" presId="urn:microsoft.com/office/officeart/2018/2/layout/IconVerticalSolidList"/>
    <dgm:cxn modelId="{A81C5A4A-A601-4A49-80B7-E6B81D6A5F04}" type="presParOf" srcId="{9A37552B-0462-40F6-9213-26125EFF2922}" destId="{E88B3C9E-85BA-4273-8608-FC3C7F7AA43D}" srcOrd="6" destOrd="0" presId="urn:microsoft.com/office/officeart/2018/2/layout/IconVerticalSolidList"/>
    <dgm:cxn modelId="{A2D07CB4-4ED3-4105-ADD9-F60CCB733C14}" type="presParOf" srcId="{E88B3C9E-85BA-4273-8608-FC3C7F7AA43D}" destId="{B23990C0-FD2B-4677-B273-7B98E8B328AD}" srcOrd="0" destOrd="0" presId="urn:microsoft.com/office/officeart/2018/2/layout/IconVerticalSolidList"/>
    <dgm:cxn modelId="{D8C65676-B8D5-4116-BE1D-FF3A85882A3F}" type="presParOf" srcId="{E88B3C9E-85BA-4273-8608-FC3C7F7AA43D}" destId="{51CF10EA-7C31-4206-B76A-2E77411103FE}" srcOrd="1" destOrd="0" presId="urn:microsoft.com/office/officeart/2018/2/layout/IconVerticalSolidList"/>
    <dgm:cxn modelId="{7CEA7FA6-06DD-454E-8BA6-7F09E2166051}" type="presParOf" srcId="{E88B3C9E-85BA-4273-8608-FC3C7F7AA43D}" destId="{E090137D-0155-4C04-B7B2-7A4DB48DB551}" srcOrd="2" destOrd="0" presId="urn:microsoft.com/office/officeart/2018/2/layout/IconVerticalSolidList"/>
    <dgm:cxn modelId="{4A638420-DE1D-4E7F-B04C-81364D3B4335}" type="presParOf" srcId="{E88B3C9E-85BA-4273-8608-FC3C7F7AA43D}" destId="{179AE5EC-301B-470C-837B-3F7F4211C34E}" srcOrd="3" destOrd="0" presId="urn:microsoft.com/office/officeart/2018/2/layout/IconVerticalSolidList"/>
    <dgm:cxn modelId="{91DFA49F-AE48-4436-8C00-35EE8F33B4A5}" type="presParOf" srcId="{9A37552B-0462-40F6-9213-26125EFF2922}" destId="{A1D3E754-203D-41B7-8E41-AAF850374206}" srcOrd="7" destOrd="0" presId="urn:microsoft.com/office/officeart/2018/2/layout/IconVerticalSolidList"/>
    <dgm:cxn modelId="{7B65C7E8-3E08-4468-9231-11B74EE11205}" type="presParOf" srcId="{9A37552B-0462-40F6-9213-26125EFF2922}" destId="{A0F8520A-9EF2-4394-B032-D10FDE24C0AB}" srcOrd="8" destOrd="0" presId="urn:microsoft.com/office/officeart/2018/2/layout/IconVerticalSolidList"/>
    <dgm:cxn modelId="{B7C52FD0-2209-40F8-B033-6848DDE9219A}" type="presParOf" srcId="{A0F8520A-9EF2-4394-B032-D10FDE24C0AB}" destId="{0C1F2F54-A5BD-4AE5-8593-769E610A4046}" srcOrd="0" destOrd="0" presId="urn:microsoft.com/office/officeart/2018/2/layout/IconVerticalSolidList"/>
    <dgm:cxn modelId="{72FCA3C8-3C76-4D82-9867-7C33B8812F3C}" type="presParOf" srcId="{A0F8520A-9EF2-4394-B032-D10FDE24C0AB}" destId="{D68A2729-623A-41DF-9217-635F7FDD8EDB}" srcOrd="1" destOrd="0" presId="urn:microsoft.com/office/officeart/2018/2/layout/IconVerticalSolidList"/>
    <dgm:cxn modelId="{F787F494-13E6-42EC-ACF2-A2281F31C1F8}" type="presParOf" srcId="{A0F8520A-9EF2-4394-B032-D10FDE24C0AB}" destId="{A3192906-827F-4B9B-A9D7-8BEE15E219D0}" srcOrd="2" destOrd="0" presId="urn:microsoft.com/office/officeart/2018/2/layout/IconVerticalSolidList"/>
    <dgm:cxn modelId="{11E88289-FEA7-4B7E-BB7B-9E89E21FC749}" type="presParOf" srcId="{A0F8520A-9EF2-4394-B032-D10FDE24C0AB}" destId="{C58A2603-AD3F-4D03-A7BD-076F802D6C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480E7D-D974-4389-ACE9-8D8045CB45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D5B3A7-DED9-4B29-AEF0-718715F5580C}">
      <dgm:prSet/>
      <dgm:spPr/>
      <dgm:t>
        <a:bodyPr/>
        <a:lstStyle/>
        <a:p>
          <a:r>
            <a:rPr lang="en-IN"/>
            <a:t>Our multi-agent system is fully deployed on a cloud server using containerized microservices.</a:t>
          </a:r>
          <a:endParaRPr lang="en-US"/>
        </a:p>
      </dgm:t>
    </dgm:pt>
    <dgm:pt modelId="{40D612F8-5814-4F72-A455-E90E45B37632}" type="parTrans" cxnId="{F9C516E5-250B-4B0B-AE90-E8C6C28CA660}">
      <dgm:prSet/>
      <dgm:spPr/>
      <dgm:t>
        <a:bodyPr/>
        <a:lstStyle/>
        <a:p>
          <a:endParaRPr lang="en-US"/>
        </a:p>
      </dgm:t>
    </dgm:pt>
    <dgm:pt modelId="{01030883-3F96-4A7C-A569-0416D3888463}" type="sibTrans" cxnId="{F9C516E5-250B-4B0B-AE90-E8C6C28CA660}">
      <dgm:prSet/>
      <dgm:spPr/>
      <dgm:t>
        <a:bodyPr/>
        <a:lstStyle/>
        <a:p>
          <a:endParaRPr lang="en-US"/>
        </a:p>
      </dgm:t>
    </dgm:pt>
    <dgm:pt modelId="{FF050ADA-57CC-4F70-BA85-AFCD7B671621}">
      <dgm:prSet/>
      <dgm:spPr/>
      <dgm:t>
        <a:bodyPr/>
        <a:lstStyle/>
        <a:p>
          <a:r>
            <a:rPr lang="en-IN"/>
            <a:t>A centralized </a:t>
          </a:r>
          <a:r>
            <a:rPr lang="en-IN" b="1"/>
            <a:t>Agent Registry Dashboard</a:t>
          </a:r>
          <a:r>
            <a:rPr lang="en-IN"/>
            <a:t> displays all active agents, their metadata, capabilities, and API endpoints.</a:t>
          </a:r>
          <a:endParaRPr lang="en-US"/>
        </a:p>
      </dgm:t>
    </dgm:pt>
    <dgm:pt modelId="{9AD38804-A5CA-4B15-9FA9-EDC063BDE6A7}" type="parTrans" cxnId="{10A273D2-34DD-42BD-9D7F-840C04320C54}">
      <dgm:prSet/>
      <dgm:spPr/>
      <dgm:t>
        <a:bodyPr/>
        <a:lstStyle/>
        <a:p>
          <a:endParaRPr lang="en-US"/>
        </a:p>
      </dgm:t>
    </dgm:pt>
    <dgm:pt modelId="{872316AF-B031-4AAB-B784-8DEFD90F139F}" type="sibTrans" cxnId="{10A273D2-34DD-42BD-9D7F-840C04320C54}">
      <dgm:prSet/>
      <dgm:spPr/>
      <dgm:t>
        <a:bodyPr/>
        <a:lstStyle/>
        <a:p>
          <a:endParaRPr lang="en-US"/>
        </a:p>
      </dgm:t>
    </dgm:pt>
    <dgm:pt modelId="{2A7F708E-8D55-4D88-885D-9334F8A580D1}">
      <dgm:prSet/>
      <dgm:spPr/>
      <dgm:t>
        <a:bodyPr/>
        <a:lstStyle/>
        <a:p>
          <a:r>
            <a:rPr lang="en-IN"/>
            <a:t>Each agent exposes a structured FastAPI interface, enabling real-time testing of resume analysis, job matching, tailoring, interview preparation, and project mentoring.</a:t>
          </a:r>
          <a:endParaRPr lang="en-US"/>
        </a:p>
      </dgm:t>
    </dgm:pt>
    <dgm:pt modelId="{34E013A4-473D-4866-A97A-4D99B05285CA}" type="parTrans" cxnId="{B95117CF-8E59-4D12-AE89-D4C117235ED3}">
      <dgm:prSet/>
      <dgm:spPr/>
      <dgm:t>
        <a:bodyPr/>
        <a:lstStyle/>
        <a:p>
          <a:endParaRPr lang="en-US"/>
        </a:p>
      </dgm:t>
    </dgm:pt>
    <dgm:pt modelId="{1C9CF901-BA80-410C-8C12-7FBF3BCDB676}" type="sibTrans" cxnId="{B95117CF-8E59-4D12-AE89-D4C117235ED3}">
      <dgm:prSet/>
      <dgm:spPr/>
      <dgm:t>
        <a:bodyPr/>
        <a:lstStyle/>
        <a:p>
          <a:endParaRPr lang="en-US"/>
        </a:p>
      </dgm:t>
    </dgm:pt>
    <dgm:pt modelId="{F82D8A46-E8B3-4A48-81DE-4F4CD78480CC}">
      <dgm:prSet/>
      <dgm:spPr/>
      <dgm:t>
        <a:bodyPr/>
        <a:lstStyle/>
        <a:p>
          <a:r>
            <a:rPr lang="en-IN"/>
            <a:t>The deployment ensures </a:t>
          </a:r>
          <a:r>
            <a:rPr lang="en-IN" b="1"/>
            <a:t>modularity</a:t>
          </a:r>
          <a:r>
            <a:rPr lang="en-IN"/>
            <a:t>, </a:t>
          </a:r>
          <a:r>
            <a:rPr lang="en-IN" b="1"/>
            <a:t>scalability</a:t>
          </a:r>
          <a:r>
            <a:rPr lang="en-IN"/>
            <a:t>, and </a:t>
          </a:r>
          <a:r>
            <a:rPr lang="en-IN" b="1"/>
            <a:t>independent debugging</a:t>
          </a:r>
          <a:r>
            <a:rPr lang="en-IN"/>
            <a:t> for each microservice.</a:t>
          </a:r>
          <a:endParaRPr lang="en-US"/>
        </a:p>
      </dgm:t>
    </dgm:pt>
    <dgm:pt modelId="{3C41A4F8-1211-4D23-BAA8-D52C353C82AE}" type="parTrans" cxnId="{A4A62585-D1C8-410F-881E-674810106663}">
      <dgm:prSet/>
      <dgm:spPr/>
      <dgm:t>
        <a:bodyPr/>
        <a:lstStyle/>
        <a:p>
          <a:endParaRPr lang="en-US"/>
        </a:p>
      </dgm:t>
    </dgm:pt>
    <dgm:pt modelId="{6CB2537D-EE1E-443C-8EFB-0C08311E214D}" type="sibTrans" cxnId="{A4A62585-D1C8-410F-881E-674810106663}">
      <dgm:prSet/>
      <dgm:spPr/>
      <dgm:t>
        <a:bodyPr/>
        <a:lstStyle/>
        <a:p>
          <a:endParaRPr lang="en-US"/>
        </a:p>
      </dgm:t>
    </dgm:pt>
    <dgm:pt modelId="{FA970935-024A-4640-9793-D5B5C877D01B}">
      <dgm:prSet/>
      <dgm:spPr/>
      <dgm:t>
        <a:bodyPr/>
        <a:lstStyle/>
        <a:p>
          <a:r>
            <a:rPr lang="en-IN"/>
            <a:t>The live /docs interface (OpenAPI 3.1) provides interactive testing, making validation and integration seamless for the entire team.</a:t>
          </a:r>
          <a:endParaRPr lang="en-US"/>
        </a:p>
      </dgm:t>
    </dgm:pt>
    <dgm:pt modelId="{E2C345FF-328F-4DCB-89C8-F57EEB398A7E}" type="parTrans" cxnId="{0FF25832-BEAA-4F29-8219-C3BEB30BA349}">
      <dgm:prSet/>
      <dgm:spPr/>
      <dgm:t>
        <a:bodyPr/>
        <a:lstStyle/>
        <a:p>
          <a:endParaRPr lang="en-US"/>
        </a:p>
      </dgm:t>
    </dgm:pt>
    <dgm:pt modelId="{A45DC192-AC83-4370-95F4-45884F32050A}" type="sibTrans" cxnId="{0FF25832-BEAA-4F29-8219-C3BEB30BA349}">
      <dgm:prSet/>
      <dgm:spPr/>
      <dgm:t>
        <a:bodyPr/>
        <a:lstStyle/>
        <a:p>
          <a:endParaRPr lang="en-US"/>
        </a:p>
      </dgm:t>
    </dgm:pt>
    <dgm:pt modelId="{C6284230-E9A7-4CE8-B9A0-32DC50218549}" type="pres">
      <dgm:prSet presAssocID="{6C480E7D-D974-4389-ACE9-8D8045CB451A}" presName="root" presStyleCnt="0">
        <dgm:presLayoutVars>
          <dgm:dir/>
          <dgm:resizeHandles val="exact"/>
        </dgm:presLayoutVars>
      </dgm:prSet>
      <dgm:spPr/>
    </dgm:pt>
    <dgm:pt modelId="{C9A9A990-08E1-4522-AF93-3D0146E2AD4B}" type="pres">
      <dgm:prSet presAssocID="{A1D5B3A7-DED9-4B29-AEF0-718715F5580C}" presName="compNode" presStyleCnt="0"/>
      <dgm:spPr/>
    </dgm:pt>
    <dgm:pt modelId="{39825ABA-5A1A-4E4A-A726-A61A90BF9FAE}" type="pres">
      <dgm:prSet presAssocID="{A1D5B3A7-DED9-4B29-AEF0-718715F5580C}" presName="bgRect" presStyleLbl="bgShp" presStyleIdx="0" presStyleCnt="5"/>
      <dgm:spPr/>
    </dgm:pt>
    <dgm:pt modelId="{48E37A33-91F2-4E13-9AD3-7FDCEC73D3CD}" type="pres">
      <dgm:prSet presAssocID="{A1D5B3A7-DED9-4B29-AEF0-718715F5580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9B40AA5-0F4E-4D83-875B-F1DA2934DC35}" type="pres">
      <dgm:prSet presAssocID="{A1D5B3A7-DED9-4B29-AEF0-718715F5580C}" presName="spaceRect" presStyleCnt="0"/>
      <dgm:spPr/>
    </dgm:pt>
    <dgm:pt modelId="{15A05BED-783C-4913-8DD9-F02EFBAF66C4}" type="pres">
      <dgm:prSet presAssocID="{A1D5B3A7-DED9-4B29-AEF0-718715F5580C}" presName="parTx" presStyleLbl="revTx" presStyleIdx="0" presStyleCnt="5">
        <dgm:presLayoutVars>
          <dgm:chMax val="0"/>
          <dgm:chPref val="0"/>
        </dgm:presLayoutVars>
      </dgm:prSet>
      <dgm:spPr/>
    </dgm:pt>
    <dgm:pt modelId="{3C116EF0-BD64-4E46-BE5B-2E7FB65ED9BF}" type="pres">
      <dgm:prSet presAssocID="{01030883-3F96-4A7C-A569-0416D3888463}" presName="sibTrans" presStyleCnt="0"/>
      <dgm:spPr/>
    </dgm:pt>
    <dgm:pt modelId="{DD7B1103-160B-41FC-94E4-4F55E3C43E14}" type="pres">
      <dgm:prSet presAssocID="{FF050ADA-57CC-4F70-BA85-AFCD7B671621}" presName="compNode" presStyleCnt="0"/>
      <dgm:spPr/>
    </dgm:pt>
    <dgm:pt modelId="{4BBD7A47-B6F3-4664-95F2-AAA45973CD0F}" type="pres">
      <dgm:prSet presAssocID="{FF050ADA-57CC-4F70-BA85-AFCD7B671621}" presName="bgRect" presStyleLbl="bgShp" presStyleIdx="1" presStyleCnt="5"/>
      <dgm:spPr/>
    </dgm:pt>
    <dgm:pt modelId="{A73CDA78-50A4-4764-A29A-08C8029056E0}" type="pres">
      <dgm:prSet presAssocID="{FF050ADA-57CC-4F70-BA85-AFCD7B6716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13F7E4E-2042-46E9-A274-148C22CF15BA}" type="pres">
      <dgm:prSet presAssocID="{FF050ADA-57CC-4F70-BA85-AFCD7B671621}" presName="spaceRect" presStyleCnt="0"/>
      <dgm:spPr/>
    </dgm:pt>
    <dgm:pt modelId="{F73DE745-F77E-463F-B6D8-B487707E53D6}" type="pres">
      <dgm:prSet presAssocID="{FF050ADA-57CC-4F70-BA85-AFCD7B671621}" presName="parTx" presStyleLbl="revTx" presStyleIdx="1" presStyleCnt="5">
        <dgm:presLayoutVars>
          <dgm:chMax val="0"/>
          <dgm:chPref val="0"/>
        </dgm:presLayoutVars>
      </dgm:prSet>
      <dgm:spPr/>
    </dgm:pt>
    <dgm:pt modelId="{50D60498-569F-4406-B5E2-C0D9BCD9A772}" type="pres">
      <dgm:prSet presAssocID="{872316AF-B031-4AAB-B784-8DEFD90F139F}" presName="sibTrans" presStyleCnt="0"/>
      <dgm:spPr/>
    </dgm:pt>
    <dgm:pt modelId="{07BD527D-FE0E-4168-B045-1D952DA61D7B}" type="pres">
      <dgm:prSet presAssocID="{2A7F708E-8D55-4D88-885D-9334F8A580D1}" presName="compNode" presStyleCnt="0"/>
      <dgm:spPr/>
    </dgm:pt>
    <dgm:pt modelId="{DF19D46B-1A03-4539-BA6C-4364F1F2033F}" type="pres">
      <dgm:prSet presAssocID="{2A7F708E-8D55-4D88-885D-9334F8A580D1}" presName="bgRect" presStyleLbl="bgShp" presStyleIdx="2" presStyleCnt="5"/>
      <dgm:spPr/>
    </dgm:pt>
    <dgm:pt modelId="{578FC023-0F4B-4424-A90B-5053403D3D8F}" type="pres">
      <dgm:prSet presAssocID="{2A7F708E-8D55-4D88-885D-9334F8A580D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0DFA57A-5ACF-4768-8512-08C6F344E2F9}" type="pres">
      <dgm:prSet presAssocID="{2A7F708E-8D55-4D88-885D-9334F8A580D1}" presName="spaceRect" presStyleCnt="0"/>
      <dgm:spPr/>
    </dgm:pt>
    <dgm:pt modelId="{57DBCF57-28F8-43C9-87D4-0FDF7A33CC0F}" type="pres">
      <dgm:prSet presAssocID="{2A7F708E-8D55-4D88-885D-9334F8A580D1}" presName="parTx" presStyleLbl="revTx" presStyleIdx="2" presStyleCnt="5">
        <dgm:presLayoutVars>
          <dgm:chMax val="0"/>
          <dgm:chPref val="0"/>
        </dgm:presLayoutVars>
      </dgm:prSet>
      <dgm:spPr/>
    </dgm:pt>
    <dgm:pt modelId="{A59B9909-3489-4E3D-BA24-CDC8CC9E77CD}" type="pres">
      <dgm:prSet presAssocID="{1C9CF901-BA80-410C-8C12-7FBF3BCDB676}" presName="sibTrans" presStyleCnt="0"/>
      <dgm:spPr/>
    </dgm:pt>
    <dgm:pt modelId="{5BE76F0A-E6EC-473B-AD0C-E5CDCB7DA306}" type="pres">
      <dgm:prSet presAssocID="{F82D8A46-E8B3-4A48-81DE-4F4CD78480CC}" presName="compNode" presStyleCnt="0"/>
      <dgm:spPr/>
    </dgm:pt>
    <dgm:pt modelId="{88463D40-32A4-4AFE-B92B-603616071696}" type="pres">
      <dgm:prSet presAssocID="{F82D8A46-E8B3-4A48-81DE-4F4CD78480CC}" presName="bgRect" presStyleLbl="bgShp" presStyleIdx="3" presStyleCnt="5"/>
      <dgm:spPr/>
    </dgm:pt>
    <dgm:pt modelId="{1FC2F76C-D7BA-4D86-A989-9886DAAE459D}" type="pres">
      <dgm:prSet presAssocID="{F82D8A46-E8B3-4A48-81DE-4F4CD78480C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8EEF73-706E-4640-BF6B-CF2B40ED7ECA}" type="pres">
      <dgm:prSet presAssocID="{F82D8A46-E8B3-4A48-81DE-4F4CD78480CC}" presName="spaceRect" presStyleCnt="0"/>
      <dgm:spPr/>
    </dgm:pt>
    <dgm:pt modelId="{68326052-3ED4-4C3B-AA87-4BC18DAB5EA8}" type="pres">
      <dgm:prSet presAssocID="{F82D8A46-E8B3-4A48-81DE-4F4CD78480CC}" presName="parTx" presStyleLbl="revTx" presStyleIdx="3" presStyleCnt="5">
        <dgm:presLayoutVars>
          <dgm:chMax val="0"/>
          <dgm:chPref val="0"/>
        </dgm:presLayoutVars>
      </dgm:prSet>
      <dgm:spPr/>
    </dgm:pt>
    <dgm:pt modelId="{C84939E0-3C95-4847-ABA7-5901801C053F}" type="pres">
      <dgm:prSet presAssocID="{6CB2537D-EE1E-443C-8EFB-0C08311E214D}" presName="sibTrans" presStyleCnt="0"/>
      <dgm:spPr/>
    </dgm:pt>
    <dgm:pt modelId="{0253C634-9D38-4B53-AF70-DAA937D3B27E}" type="pres">
      <dgm:prSet presAssocID="{FA970935-024A-4640-9793-D5B5C877D01B}" presName="compNode" presStyleCnt="0"/>
      <dgm:spPr/>
    </dgm:pt>
    <dgm:pt modelId="{6190CEDE-8944-4A3F-9049-DDC404E7CD98}" type="pres">
      <dgm:prSet presAssocID="{FA970935-024A-4640-9793-D5B5C877D01B}" presName="bgRect" presStyleLbl="bgShp" presStyleIdx="4" presStyleCnt="5"/>
      <dgm:spPr/>
    </dgm:pt>
    <dgm:pt modelId="{36BA4F1D-D865-413C-BC2A-A23A587AE608}" type="pres">
      <dgm:prSet presAssocID="{FA970935-024A-4640-9793-D5B5C877D01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4595D1E-3D37-4C1B-A2F4-5BC7C482FC2F}" type="pres">
      <dgm:prSet presAssocID="{FA970935-024A-4640-9793-D5B5C877D01B}" presName="spaceRect" presStyleCnt="0"/>
      <dgm:spPr/>
    </dgm:pt>
    <dgm:pt modelId="{4A017DC7-355C-4715-84E7-189D25103F8D}" type="pres">
      <dgm:prSet presAssocID="{FA970935-024A-4640-9793-D5B5C877D01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F25832-BEAA-4F29-8219-C3BEB30BA349}" srcId="{6C480E7D-D974-4389-ACE9-8D8045CB451A}" destId="{FA970935-024A-4640-9793-D5B5C877D01B}" srcOrd="4" destOrd="0" parTransId="{E2C345FF-328F-4DCB-89C8-F57EEB398A7E}" sibTransId="{A45DC192-AC83-4370-95F4-45884F32050A}"/>
    <dgm:cxn modelId="{A4A62585-D1C8-410F-881E-674810106663}" srcId="{6C480E7D-D974-4389-ACE9-8D8045CB451A}" destId="{F82D8A46-E8B3-4A48-81DE-4F4CD78480CC}" srcOrd="3" destOrd="0" parTransId="{3C41A4F8-1211-4D23-BAA8-D52C353C82AE}" sibTransId="{6CB2537D-EE1E-443C-8EFB-0C08311E214D}"/>
    <dgm:cxn modelId="{56FCD28C-8102-4A06-B83E-99D0188F2033}" type="presOf" srcId="{A1D5B3A7-DED9-4B29-AEF0-718715F5580C}" destId="{15A05BED-783C-4913-8DD9-F02EFBAF66C4}" srcOrd="0" destOrd="0" presId="urn:microsoft.com/office/officeart/2018/2/layout/IconVerticalSolidList"/>
    <dgm:cxn modelId="{B3F6FF92-D5D8-4B55-A146-7F0BDFEA1B9F}" type="presOf" srcId="{FF050ADA-57CC-4F70-BA85-AFCD7B671621}" destId="{F73DE745-F77E-463F-B6D8-B487707E53D6}" srcOrd="0" destOrd="0" presId="urn:microsoft.com/office/officeart/2018/2/layout/IconVerticalSolidList"/>
    <dgm:cxn modelId="{9D10E0B7-11F1-4B8B-8704-489351008376}" type="presOf" srcId="{FA970935-024A-4640-9793-D5B5C877D01B}" destId="{4A017DC7-355C-4715-84E7-189D25103F8D}" srcOrd="0" destOrd="0" presId="urn:microsoft.com/office/officeart/2018/2/layout/IconVerticalSolidList"/>
    <dgm:cxn modelId="{B8E554B8-30E5-4DCC-8A71-D16E2169867E}" type="presOf" srcId="{2A7F708E-8D55-4D88-885D-9334F8A580D1}" destId="{57DBCF57-28F8-43C9-87D4-0FDF7A33CC0F}" srcOrd="0" destOrd="0" presId="urn:microsoft.com/office/officeart/2018/2/layout/IconVerticalSolidList"/>
    <dgm:cxn modelId="{B95117CF-8E59-4D12-AE89-D4C117235ED3}" srcId="{6C480E7D-D974-4389-ACE9-8D8045CB451A}" destId="{2A7F708E-8D55-4D88-885D-9334F8A580D1}" srcOrd="2" destOrd="0" parTransId="{34E013A4-473D-4866-A97A-4D99B05285CA}" sibTransId="{1C9CF901-BA80-410C-8C12-7FBF3BCDB676}"/>
    <dgm:cxn modelId="{A6E1C7D1-E106-4524-B1AE-9D26155526DC}" type="presOf" srcId="{F82D8A46-E8B3-4A48-81DE-4F4CD78480CC}" destId="{68326052-3ED4-4C3B-AA87-4BC18DAB5EA8}" srcOrd="0" destOrd="0" presId="urn:microsoft.com/office/officeart/2018/2/layout/IconVerticalSolidList"/>
    <dgm:cxn modelId="{10A273D2-34DD-42BD-9D7F-840C04320C54}" srcId="{6C480E7D-D974-4389-ACE9-8D8045CB451A}" destId="{FF050ADA-57CC-4F70-BA85-AFCD7B671621}" srcOrd="1" destOrd="0" parTransId="{9AD38804-A5CA-4B15-9FA9-EDC063BDE6A7}" sibTransId="{872316AF-B031-4AAB-B784-8DEFD90F139F}"/>
    <dgm:cxn modelId="{F9C516E5-250B-4B0B-AE90-E8C6C28CA660}" srcId="{6C480E7D-D974-4389-ACE9-8D8045CB451A}" destId="{A1D5B3A7-DED9-4B29-AEF0-718715F5580C}" srcOrd="0" destOrd="0" parTransId="{40D612F8-5814-4F72-A455-E90E45B37632}" sibTransId="{01030883-3F96-4A7C-A569-0416D3888463}"/>
    <dgm:cxn modelId="{1F6914ED-0CF0-497F-B311-0411A83A9528}" type="presOf" srcId="{6C480E7D-D974-4389-ACE9-8D8045CB451A}" destId="{C6284230-E9A7-4CE8-B9A0-32DC50218549}" srcOrd="0" destOrd="0" presId="urn:microsoft.com/office/officeart/2018/2/layout/IconVerticalSolidList"/>
    <dgm:cxn modelId="{60BA972F-BBC8-4D48-B5E9-2BD39E27CD10}" type="presParOf" srcId="{C6284230-E9A7-4CE8-B9A0-32DC50218549}" destId="{C9A9A990-08E1-4522-AF93-3D0146E2AD4B}" srcOrd="0" destOrd="0" presId="urn:microsoft.com/office/officeart/2018/2/layout/IconVerticalSolidList"/>
    <dgm:cxn modelId="{DF9AC5B5-84D8-4949-A38B-105FE3B1718D}" type="presParOf" srcId="{C9A9A990-08E1-4522-AF93-3D0146E2AD4B}" destId="{39825ABA-5A1A-4E4A-A726-A61A90BF9FAE}" srcOrd="0" destOrd="0" presId="urn:microsoft.com/office/officeart/2018/2/layout/IconVerticalSolidList"/>
    <dgm:cxn modelId="{D221BB27-C28C-4C65-A34F-8F8829120002}" type="presParOf" srcId="{C9A9A990-08E1-4522-AF93-3D0146E2AD4B}" destId="{48E37A33-91F2-4E13-9AD3-7FDCEC73D3CD}" srcOrd="1" destOrd="0" presId="urn:microsoft.com/office/officeart/2018/2/layout/IconVerticalSolidList"/>
    <dgm:cxn modelId="{1E88BB36-9658-496D-82DE-0C3BC619172D}" type="presParOf" srcId="{C9A9A990-08E1-4522-AF93-3D0146E2AD4B}" destId="{49B40AA5-0F4E-4D83-875B-F1DA2934DC35}" srcOrd="2" destOrd="0" presId="urn:microsoft.com/office/officeart/2018/2/layout/IconVerticalSolidList"/>
    <dgm:cxn modelId="{950D4F82-A868-44EE-957E-AB4FEA0FE924}" type="presParOf" srcId="{C9A9A990-08E1-4522-AF93-3D0146E2AD4B}" destId="{15A05BED-783C-4913-8DD9-F02EFBAF66C4}" srcOrd="3" destOrd="0" presId="urn:microsoft.com/office/officeart/2018/2/layout/IconVerticalSolidList"/>
    <dgm:cxn modelId="{BA0D6173-6090-418B-8031-87EFDB55ECFE}" type="presParOf" srcId="{C6284230-E9A7-4CE8-B9A0-32DC50218549}" destId="{3C116EF0-BD64-4E46-BE5B-2E7FB65ED9BF}" srcOrd="1" destOrd="0" presId="urn:microsoft.com/office/officeart/2018/2/layout/IconVerticalSolidList"/>
    <dgm:cxn modelId="{9F5519EF-558C-449F-8C17-B975268D103D}" type="presParOf" srcId="{C6284230-E9A7-4CE8-B9A0-32DC50218549}" destId="{DD7B1103-160B-41FC-94E4-4F55E3C43E14}" srcOrd="2" destOrd="0" presId="urn:microsoft.com/office/officeart/2018/2/layout/IconVerticalSolidList"/>
    <dgm:cxn modelId="{42192998-E940-43E1-8D2F-4A1653E80CC8}" type="presParOf" srcId="{DD7B1103-160B-41FC-94E4-4F55E3C43E14}" destId="{4BBD7A47-B6F3-4664-95F2-AAA45973CD0F}" srcOrd="0" destOrd="0" presId="urn:microsoft.com/office/officeart/2018/2/layout/IconVerticalSolidList"/>
    <dgm:cxn modelId="{529956D9-C498-4057-AEB0-80C2C9D40A89}" type="presParOf" srcId="{DD7B1103-160B-41FC-94E4-4F55E3C43E14}" destId="{A73CDA78-50A4-4764-A29A-08C8029056E0}" srcOrd="1" destOrd="0" presId="urn:microsoft.com/office/officeart/2018/2/layout/IconVerticalSolidList"/>
    <dgm:cxn modelId="{19CF4425-4EBB-4B06-8772-1A7064424427}" type="presParOf" srcId="{DD7B1103-160B-41FC-94E4-4F55E3C43E14}" destId="{D13F7E4E-2042-46E9-A274-148C22CF15BA}" srcOrd="2" destOrd="0" presId="urn:microsoft.com/office/officeart/2018/2/layout/IconVerticalSolidList"/>
    <dgm:cxn modelId="{703B7ECA-899F-4344-A404-0C0FB3CA5138}" type="presParOf" srcId="{DD7B1103-160B-41FC-94E4-4F55E3C43E14}" destId="{F73DE745-F77E-463F-B6D8-B487707E53D6}" srcOrd="3" destOrd="0" presId="urn:microsoft.com/office/officeart/2018/2/layout/IconVerticalSolidList"/>
    <dgm:cxn modelId="{C29E154A-7891-407F-AFCB-5C73787091D7}" type="presParOf" srcId="{C6284230-E9A7-4CE8-B9A0-32DC50218549}" destId="{50D60498-569F-4406-B5E2-C0D9BCD9A772}" srcOrd="3" destOrd="0" presId="urn:microsoft.com/office/officeart/2018/2/layout/IconVerticalSolidList"/>
    <dgm:cxn modelId="{0C7BB0B3-B583-4678-832B-FB932FF44045}" type="presParOf" srcId="{C6284230-E9A7-4CE8-B9A0-32DC50218549}" destId="{07BD527D-FE0E-4168-B045-1D952DA61D7B}" srcOrd="4" destOrd="0" presId="urn:microsoft.com/office/officeart/2018/2/layout/IconVerticalSolidList"/>
    <dgm:cxn modelId="{DE199751-126C-4ADB-BD05-6725AD461B86}" type="presParOf" srcId="{07BD527D-FE0E-4168-B045-1D952DA61D7B}" destId="{DF19D46B-1A03-4539-BA6C-4364F1F2033F}" srcOrd="0" destOrd="0" presId="urn:microsoft.com/office/officeart/2018/2/layout/IconVerticalSolidList"/>
    <dgm:cxn modelId="{422B7535-EFC0-4E1A-B080-22FF10B800AB}" type="presParOf" srcId="{07BD527D-FE0E-4168-B045-1D952DA61D7B}" destId="{578FC023-0F4B-4424-A90B-5053403D3D8F}" srcOrd="1" destOrd="0" presId="urn:microsoft.com/office/officeart/2018/2/layout/IconVerticalSolidList"/>
    <dgm:cxn modelId="{3555B312-4DD1-431F-883B-B41AA2F5D278}" type="presParOf" srcId="{07BD527D-FE0E-4168-B045-1D952DA61D7B}" destId="{50DFA57A-5ACF-4768-8512-08C6F344E2F9}" srcOrd="2" destOrd="0" presId="urn:microsoft.com/office/officeart/2018/2/layout/IconVerticalSolidList"/>
    <dgm:cxn modelId="{8EB3BF5A-9AE0-4751-A575-8F75A18208CF}" type="presParOf" srcId="{07BD527D-FE0E-4168-B045-1D952DA61D7B}" destId="{57DBCF57-28F8-43C9-87D4-0FDF7A33CC0F}" srcOrd="3" destOrd="0" presId="urn:microsoft.com/office/officeart/2018/2/layout/IconVerticalSolidList"/>
    <dgm:cxn modelId="{57381998-B61C-4F8A-8132-99B46158C4E8}" type="presParOf" srcId="{C6284230-E9A7-4CE8-B9A0-32DC50218549}" destId="{A59B9909-3489-4E3D-BA24-CDC8CC9E77CD}" srcOrd="5" destOrd="0" presId="urn:microsoft.com/office/officeart/2018/2/layout/IconVerticalSolidList"/>
    <dgm:cxn modelId="{CE5DA43C-9DE7-47D2-8EED-550DEFF70050}" type="presParOf" srcId="{C6284230-E9A7-4CE8-B9A0-32DC50218549}" destId="{5BE76F0A-E6EC-473B-AD0C-E5CDCB7DA306}" srcOrd="6" destOrd="0" presId="urn:microsoft.com/office/officeart/2018/2/layout/IconVerticalSolidList"/>
    <dgm:cxn modelId="{B9979B02-E00E-4912-9A29-AE4EA3B40A3A}" type="presParOf" srcId="{5BE76F0A-E6EC-473B-AD0C-E5CDCB7DA306}" destId="{88463D40-32A4-4AFE-B92B-603616071696}" srcOrd="0" destOrd="0" presId="urn:microsoft.com/office/officeart/2018/2/layout/IconVerticalSolidList"/>
    <dgm:cxn modelId="{2F2E3CBC-2FE1-43E9-B8EB-5CD63C00AD17}" type="presParOf" srcId="{5BE76F0A-E6EC-473B-AD0C-E5CDCB7DA306}" destId="{1FC2F76C-D7BA-4D86-A989-9886DAAE459D}" srcOrd="1" destOrd="0" presId="urn:microsoft.com/office/officeart/2018/2/layout/IconVerticalSolidList"/>
    <dgm:cxn modelId="{CCE36DDD-DA09-4B82-9CD4-1145B6551567}" type="presParOf" srcId="{5BE76F0A-E6EC-473B-AD0C-E5CDCB7DA306}" destId="{F98EEF73-706E-4640-BF6B-CF2B40ED7ECA}" srcOrd="2" destOrd="0" presId="urn:microsoft.com/office/officeart/2018/2/layout/IconVerticalSolidList"/>
    <dgm:cxn modelId="{27CF2E66-2286-448B-B1C4-16C47A5899B2}" type="presParOf" srcId="{5BE76F0A-E6EC-473B-AD0C-E5CDCB7DA306}" destId="{68326052-3ED4-4C3B-AA87-4BC18DAB5EA8}" srcOrd="3" destOrd="0" presId="urn:microsoft.com/office/officeart/2018/2/layout/IconVerticalSolidList"/>
    <dgm:cxn modelId="{C91D4908-E908-4DDE-A885-6098FC51D6CC}" type="presParOf" srcId="{C6284230-E9A7-4CE8-B9A0-32DC50218549}" destId="{C84939E0-3C95-4847-ABA7-5901801C053F}" srcOrd="7" destOrd="0" presId="urn:microsoft.com/office/officeart/2018/2/layout/IconVerticalSolidList"/>
    <dgm:cxn modelId="{585741F9-4F8D-4C67-9052-248743B4B7FE}" type="presParOf" srcId="{C6284230-E9A7-4CE8-B9A0-32DC50218549}" destId="{0253C634-9D38-4B53-AF70-DAA937D3B27E}" srcOrd="8" destOrd="0" presId="urn:microsoft.com/office/officeart/2018/2/layout/IconVerticalSolidList"/>
    <dgm:cxn modelId="{9515613F-2864-41DC-863E-F6AB2B182C6F}" type="presParOf" srcId="{0253C634-9D38-4B53-AF70-DAA937D3B27E}" destId="{6190CEDE-8944-4A3F-9049-DDC404E7CD98}" srcOrd="0" destOrd="0" presId="urn:microsoft.com/office/officeart/2018/2/layout/IconVerticalSolidList"/>
    <dgm:cxn modelId="{BEE41654-8E55-4FC3-B60E-DC0C843A7155}" type="presParOf" srcId="{0253C634-9D38-4B53-AF70-DAA937D3B27E}" destId="{36BA4F1D-D865-413C-BC2A-A23A587AE608}" srcOrd="1" destOrd="0" presId="urn:microsoft.com/office/officeart/2018/2/layout/IconVerticalSolidList"/>
    <dgm:cxn modelId="{69298891-EFA4-4900-9B50-53309490E66F}" type="presParOf" srcId="{0253C634-9D38-4B53-AF70-DAA937D3B27E}" destId="{94595D1E-3D37-4C1B-A2F4-5BC7C482FC2F}" srcOrd="2" destOrd="0" presId="urn:microsoft.com/office/officeart/2018/2/layout/IconVerticalSolidList"/>
    <dgm:cxn modelId="{75C1E832-1BB8-4D2B-B124-54835AAA5C00}" type="presParOf" srcId="{0253C634-9D38-4B53-AF70-DAA937D3B27E}" destId="{4A017DC7-355C-4715-84E7-189D25103F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EBF8CC-7480-475D-B075-6F82BB64AB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CA62BC-4306-44F6-B670-683458C59D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Fully automated multi-agent pipeline</a:t>
          </a:r>
          <a:endParaRPr lang="en-US"/>
        </a:p>
      </dgm:t>
    </dgm:pt>
    <dgm:pt modelId="{56ACE5A5-8A7C-44FA-9761-95714CE21496}" type="parTrans" cxnId="{66ACCDEF-C744-4A7C-9E71-A6C352066063}">
      <dgm:prSet/>
      <dgm:spPr/>
      <dgm:t>
        <a:bodyPr/>
        <a:lstStyle/>
        <a:p>
          <a:endParaRPr lang="en-US"/>
        </a:p>
      </dgm:t>
    </dgm:pt>
    <dgm:pt modelId="{C804A928-CE37-4C79-AFC0-8DFD274EAF6C}" type="sibTrans" cxnId="{66ACCDEF-C744-4A7C-9E71-A6C352066063}">
      <dgm:prSet/>
      <dgm:spPr/>
      <dgm:t>
        <a:bodyPr/>
        <a:lstStyle/>
        <a:p>
          <a:endParaRPr lang="en-US"/>
        </a:p>
      </dgm:t>
    </dgm:pt>
    <dgm:pt modelId="{BF019FC7-1871-40CD-84E5-C7048AED22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Resume tailoring quality improved by ~70% (keyword match)</a:t>
          </a:r>
          <a:endParaRPr lang="en-US"/>
        </a:p>
      </dgm:t>
    </dgm:pt>
    <dgm:pt modelId="{85B675C7-8182-4694-AA87-8C35DD4E3A29}" type="parTrans" cxnId="{D90BA58E-0B0D-42B7-A9F0-0FBBEE7D883B}">
      <dgm:prSet/>
      <dgm:spPr/>
      <dgm:t>
        <a:bodyPr/>
        <a:lstStyle/>
        <a:p>
          <a:endParaRPr lang="en-US"/>
        </a:p>
      </dgm:t>
    </dgm:pt>
    <dgm:pt modelId="{5D7648E6-0658-43C0-B20C-8DE42435D199}" type="sibTrans" cxnId="{D90BA58E-0B0D-42B7-A9F0-0FBBEE7D883B}">
      <dgm:prSet/>
      <dgm:spPr/>
      <dgm:t>
        <a:bodyPr/>
        <a:lstStyle/>
        <a:p>
          <a:endParaRPr lang="en-US"/>
        </a:p>
      </dgm:t>
    </dgm:pt>
    <dgm:pt modelId="{EA901DA8-7BE2-4277-9FA5-A32D199625A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Job search efficiency increased with real-time data</a:t>
          </a:r>
          <a:endParaRPr lang="en-US"/>
        </a:p>
      </dgm:t>
    </dgm:pt>
    <dgm:pt modelId="{63C7D5AB-9390-44F1-987B-FD833D516AE0}" type="parTrans" cxnId="{E0E9B408-E6D1-4C76-8A62-0395A08F4B80}">
      <dgm:prSet/>
      <dgm:spPr/>
      <dgm:t>
        <a:bodyPr/>
        <a:lstStyle/>
        <a:p>
          <a:endParaRPr lang="en-US"/>
        </a:p>
      </dgm:t>
    </dgm:pt>
    <dgm:pt modelId="{FAD96899-9210-46F3-BFD5-92456B2E1AB4}" type="sibTrans" cxnId="{E0E9B408-E6D1-4C76-8A62-0395A08F4B80}">
      <dgm:prSet/>
      <dgm:spPr/>
      <dgm:t>
        <a:bodyPr/>
        <a:lstStyle/>
        <a:p>
          <a:endParaRPr lang="en-US"/>
        </a:p>
      </dgm:t>
    </dgm:pt>
    <dgm:pt modelId="{E987BCFC-32ED-49D0-912B-760D6322F16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Interview preparation structured with STAR methodology</a:t>
          </a:r>
          <a:endParaRPr lang="en-US"/>
        </a:p>
      </dgm:t>
    </dgm:pt>
    <dgm:pt modelId="{102C594E-FA7F-401E-9B7C-51AE5405FA74}" type="parTrans" cxnId="{9E0BA5BE-5A06-419D-8EF4-2DB606E9D881}">
      <dgm:prSet/>
      <dgm:spPr/>
      <dgm:t>
        <a:bodyPr/>
        <a:lstStyle/>
        <a:p>
          <a:endParaRPr lang="en-US"/>
        </a:p>
      </dgm:t>
    </dgm:pt>
    <dgm:pt modelId="{E72EFDBF-93DE-47F2-A75A-EAD0248A9944}" type="sibTrans" cxnId="{9E0BA5BE-5A06-419D-8EF4-2DB606E9D881}">
      <dgm:prSet/>
      <dgm:spPr/>
      <dgm:t>
        <a:bodyPr/>
        <a:lstStyle/>
        <a:p>
          <a:endParaRPr lang="en-US"/>
        </a:p>
      </dgm:t>
    </dgm:pt>
    <dgm:pt modelId="{49D3BD70-6E39-4B62-AA27-46BEB0C8DA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Portfolio projects now aligned with actual job trends</a:t>
          </a:r>
          <a:endParaRPr lang="en-US"/>
        </a:p>
      </dgm:t>
    </dgm:pt>
    <dgm:pt modelId="{CA9E1889-9BD7-4AB3-8697-66A5F59F5A5D}" type="parTrans" cxnId="{E07731B3-104D-4420-845B-757434CE57DD}">
      <dgm:prSet/>
      <dgm:spPr/>
      <dgm:t>
        <a:bodyPr/>
        <a:lstStyle/>
        <a:p>
          <a:endParaRPr lang="en-US"/>
        </a:p>
      </dgm:t>
    </dgm:pt>
    <dgm:pt modelId="{FF34143D-A5BE-4164-8D73-99EC67FF8025}" type="sibTrans" cxnId="{E07731B3-104D-4420-845B-757434CE57DD}">
      <dgm:prSet/>
      <dgm:spPr/>
      <dgm:t>
        <a:bodyPr/>
        <a:lstStyle/>
        <a:p>
          <a:endParaRPr lang="en-US"/>
        </a:p>
      </dgm:t>
    </dgm:pt>
    <dgm:pt modelId="{5E3166CD-500A-4378-847E-58CA3D12F6F5}" type="pres">
      <dgm:prSet presAssocID="{25EBF8CC-7480-475D-B075-6F82BB64AB6A}" presName="root" presStyleCnt="0">
        <dgm:presLayoutVars>
          <dgm:dir/>
          <dgm:resizeHandles val="exact"/>
        </dgm:presLayoutVars>
      </dgm:prSet>
      <dgm:spPr/>
    </dgm:pt>
    <dgm:pt modelId="{3B621573-7117-4C00-B08F-0CBDD46D4861}" type="pres">
      <dgm:prSet presAssocID="{54CA62BC-4306-44F6-B670-683458C59D87}" presName="compNode" presStyleCnt="0"/>
      <dgm:spPr/>
    </dgm:pt>
    <dgm:pt modelId="{40E688BB-C476-4B57-8C76-E676C2EF0B10}" type="pres">
      <dgm:prSet presAssocID="{54CA62BC-4306-44F6-B670-683458C59D8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27DCA4D-7DD2-4887-9824-1E4B4451C6A3}" type="pres">
      <dgm:prSet presAssocID="{54CA62BC-4306-44F6-B670-683458C59D87}" presName="spaceRect" presStyleCnt="0"/>
      <dgm:spPr/>
    </dgm:pt>
    <dgm:pt modelId="{6DAFBEE5-3652-4C4F-A50D-C69CE992410D}" type="pres">
      <dgm:prSet presAssocID="{54CA62BC-4306-44F6-B670-683458C59D87}" presName="textRect" presStyleLbl="revTx" presStyleIdx="0" presStyleCnt="5">
        <dgm:presLayoutVars>
          <dgm:chMax val="1"/>
          <dgm:chPref val="1"/>
        </dgm:presLayoutVars>
      </dgm:prSet>
      <dgm:spPr/>
    </dgm:pt>
    <dgm:pt modelId="{897F607A-8457-4DF0-A11C-AA2E165DAC03}" type="pres">
      <dgm:prSet presAssocID="{C804A928-CE37-4C79-AFC0-8DFD274EAF6C}" presName="sibTrans" presStyleCnt="0"/>
      <dgm:spPr/>
    </dgm:pt>
    <dgm:pt modelId="{B5D2A1BD-7AAB-4BB3-8693-B21BED97254B}" type="pres">
      <dgm:prSet presAssocID="{BF019FC7-1871-40CD-84E5-C7048AED2287}" presName="compNode" presStyleCnt="0"/>
      <dgm:spPr/>
    </dgm:pt>
    <dgm:pt modelId="{E8418A6F-E4CA-4293-AE55-8DD84950A7FE}" type="pres">
      <dgm:prSet presAssocID="{BF019FC7-1871-40CD-84E5-C7048AED228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0ACAA39-C040-4C08-83CD-EC6D6C10EC9F}" type="pres">
      <dgm:prSet presAssocID="{BF019FC7-1871-40CD-84E5-C7048AED2287}" presName="spaceRect" presStyleCnt="0"/>
      <dgm:spPr/>
    </dgm:pt>
    <dgm:pt modelId="{B6E70B9F-5525-4091-8DCD-04245A497855}" type="pres">
      <dgm:prSet presAssocID="{BF019FC7-1871-40CD-84E5-C7048AED2287}" presName="textRect" presStyleLbl="revTx" presStyleIdx="1" presStyleCnt="5">
        <dgm:presLayoutVars>
          <dgm:chMax val="1"/>
          <dgm:chPref val="1"/>
        </dgm:presLayoutVars>
      </dgm:prSet>
      <dgm:spPr/>
    </dgm:pt>
    <dgm:pt modelId="{BC029A5A-17C2-446F-9B10-D42E249980CA}" type="pres">
      <dgm:prSet presAssocID="{5D7648E6-0658-43C0-B20C-8DE42435D199}" presName="sibTrans" presStyleCnt="0"/>
      <dgm:spPr/>
    </dgm:pt>
    <dgm:pt modelId="{8C17140C-6C9D-45EB-9C4C-12013706496A}" type="pres">
      <dgm:prSet presAssocID="{EA901DA8-7BE2-4277-9FA5-A32D199625A1}" presName="compNode" presStyleCnt="0"/>
      <dgm:spPr/>
    </dgm:pt>
    <dgm:pt modelId="{0D32D19A-64A2-469E-8DFB-64DECD462855}" type="pres">
      <dgm:prSet presAssocID="{EA901DA8-7BE2-4277-9FA5-A32D199625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6ACA758-1AF8-45E0-840E-0DFA9AE7589E}" type="pres">
      <dgm:prSet presAssocID="{EA901DA8-7BE2-4277-9FA5-A32D199625A1}" presName="spaceRect" presStyleCnt="0"/>
      <dgm:spPr/>
    </dgm:pt>
    <dgm:pt modelId="{8430F6B8-0552-48CB-8AA5-EF64D2E7ADF9}" type="pres">
      <dgm:prSet presAssocID="{EA901DA8-7BE2-4277-9FA5-A32D199625A1}" presName="textRect" presStyleLbl="revTx" presStyleIdx="2" presStyleCnt="5">
        <dgm:presLayoutVars>
          <dgm:chMax val="1"/>
          <dgm:chPref val="1"/>
        </dgm:presLayoutVars>
      </dgm:prSet>
      <dgm:spPr/>
    </dgm:pt>
    <dgm:pt modelId="{47B73CCE-89A7-46E1-8B01-2DA9C2645075}" type="pres">
      <dgm:prSet presAssocID="{FAD96899-9210-46F3-BFD5-92456B2E1AB4}" presName="sibTrans" presStyleCnt="0"/>
      <dgm:spPr/>
    </dgm:pt>
    <dgm:pt modelId="{ADFDB5AA-5CCA-4B12-87E1-3CF293974501}" type="pres">
      <dgm:prSet presAssocID="{E987BCFC-32ED-49D0-912B-760D6322F168}" presName="compNode" presStyleCnt="0"/>
      <dgm:spPr/>
    </dgm:pt>
    <dgm:pt modelId="{F700A7B6-CA22-4711-BFD7-0767798A69E7}" type="pres">
      <dgm:prSet presAssocID="{E987BCFC-32ED-49D0-912B-760D6322F16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F5C1EEC3-18D3-4DAB-B41B-E3E9CAED4C49}" type="pres">
      <dgm:prSet presAssocID="{E987BCFC-32ED-49D0-912B-760D6322F168}" presName="spaceRect" presStyleCnt="0"/>
      <dgm:spPr/>
    </dgm:pt>
    <dgm:pt modelId="{12FAACC9-4CDF-48BA-934D-37938F97C7E0}" type="pres">
      <dgm:prSet presAssocID="{E987BCFC-32ED-49D0-912B-760D6322F168}" presName="textRect" presStyleLbl="revTx" presStyleIdx="3" presStyleCnt="5">
        <dgm:presLayoutVars>
          <dgm:chMax val="1"/>
          <dgm:chPref val="1"/>
        </dgm:presLayoutVars>
      </dgm:prSet>
      <dgm:spPr/>
    </dgm:pt>
    <dgm:pt modelId="{B9C71BCF-27D4-4D5E-9427-41D5E4ADA5FD}" type="pres">
      <dgm:prSet presAssocID="{E72EFDBF-93DE-47F2-A75A-EAD0248A9944}" presName="sibTrans" presStyleCnt="0"/>
      <dgm:spPr/>
    </dgm:pt>
    <dgm:pt modelId="{A45D16C5-FE2A-43E3-96F6-DDD23FDC54F4}" type="pres">
      <dgm:prSet presAssocID="{49D3BD70-6E39-4B62-AA27-46BEB0C8DA92}" presName="compNode" presStyleCnt="0"/>
      <dgm:spPr/>
    </dgm:pt>
    <dgm:pt modelId="{F03CF2DB-058E-4254-ABA2-9634AE59F6A0}" type="pres">
      <dgm:prSet presAssocID="{49D3BD70-6E39-4B62-AA27-46BEB0C8DA9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0B4D666-DFCD-483D-8F58-975952270D69}" type="pres">
      <dgm:prSet presAssocID="{49D3BD70-6E39-4B62-AA27-46BEB0C8DA92}" presName="spaceRect" presStyleCnt="0"/>
      <dgm:spPr/>
    </dgm:pt>
    <dgm:pt modelId="{3179D729-1645-4B2E-80CC-1E6CAC3078F1}" type="pres">
      <dgm:prSet presAssocID="{49D3BD70-6E39-4B62-AA27-46BEB0C8DA9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E9B408-E6D1-4C76-8A62-0395A08F4B80}" srcId="{25EBF8CC-7480-475D-B075-6F82BB64AB6A}" destId="{EA901DA8-7BE2-4277-9FA5-A32D199625A1}" srcOrd="2" destOrd="0" parTransId="{63C7D5AB-9390-44F1-987B-FD833D516AE0}" sibTransId="{FAD96899-9210-46F3-BFD5-92456B2E1AB4}"/>
    <dgm:cxn modelId="{01456828-3962-4EC0-906C-E8E1EAE4887F}" type="presOf" srcId="{25EBF8CC-7480-475D-B075-6F82BB64AB6A}" destId="{5E3166CD-500A-4378-847E-58CA3D12F6F5}" srcOrd="0" destOrd="0" presId="urn:microsoft.com/office/officeart/2018/2/layout/IconLabelList"/>
    <dgm:cxn modelId="{8261735D-5565-4950-87E3-264EBB0F548B}" type="presOf" srcId="{EA901DA8-7BE2-4277-9FA5-A32D199625A1}" destId="{8430F6B8-0552-48CB-8AA5-EF64D2E7ADF9}" srcOrd="0" destOrd="0" presId="urn:microsoft.com/office/officeart/2018/2/layout/IconLabelList"/>
    <dgm:cxn modelId="{E7860B67-DC9F-4FBF-B871-F940DD127C37}" type="presOf" srcId="{54CA62BC-4306-44F6-B670-683458C59D87}" destId="{6DAFBEE5-3652-4C4F-A50D-C69CE992410D}" srcOrd="0" destOrd="0" presId="urn:microsoft.com/office/officeart/2018/2/layout/IconLabelList"/>
    <dgm:cxn modelId="{D90BA58E-0B0D-42B7-A9F0-0FBBEE7D883B}" srcId="{25EBF8CC-7480-475D-B075-6F82BB64AB6A}" destId="{BF019FC7-1871-40CD-84E5-C7048AED2287}" srcOrd="1" destOrd="0" parTransId="{85B675C7-8182-4694-AA87-8C35DD4E3A29}" sibTransId="{5D7648E6-0658-43C0-B20C-8DE42435D199}"/>
    <dgm:cxn modelId="{42A523A6-A166-4A01-851C-CEB88970A53D}" type="presOf" srcId="{BF019FC7-1871-40CD-84E5-C7048AED2287}" destId="{B6E70B9F-5525-4091-8DCD-04245A497855}" srcOrd="0" destOrd="0" presId="urn:microsoft.com/office/officeart/2018/2/layout/IconLabelList"/>
    <dgm:cxn modelId="{E07731B3-104D-4420-845B-757434CE57DD}" srcId="{25EBF8CC-7480-475D-B075-6F82BB64AB6A}" destId="{49D3BD70-6E39-4B62-AA27-46BEB0C8DA92}" srcOrd="4" destOrd="0" parTransId="{CA9E1889-9BD7-4AB3-8697-66A5F59F5A5D}" sibTransId="{FF34143D-A5BE-4164-8D73-99EC67FF8025}"/>
    <dgm:cxn modelId="{9E0BA5BE-5A06-419D-8EF4-2DB606E9D881}" srcId="{25EBF8CC-7480-475D-B075-6F82BB64AB6A}" destId="{E987BCFC-32ED-49D0-912B-760D6322F168}" srcOrd="3" destOrd="0" parTransId="{102C594E-FA7F-401E-9B7C-51AE5405FA74}" sibTransId="{E72EFDBF-93DE-47F2-A75A-EAD0248A9944}"/>
    <dgm:cxn modelId="{E8CCD1E6-E5C0-4714-9C1C-A74044A16AA1}" type="presOf" srcId="{49D3BD70-6E39-4B62-AA27-46BEB0C8DA92}" destId="{3179D729-1645-4B2E-80CC-1E6CAC3078F1}" srcOrd="0" destOrd="0" presId="urn:microsoft.com/office/officeart/2018/2/layout/IconLabelList"/>
    <dgm:cxn modelId="{66ACCDEF-C744-4A7C-9E71-A6C352066063}" srcId="{25EBF8CC-7480-475D-B075-6F82BB64AB6A}" destId="{54CA62BC-4306-44F6-B670-683458C59D87}" srcOrd="0" destOrd="0" parTransId="{56ACE5A5-8A7C-44FA-9761-95714CE21496}" sibTransId="{C804A928-CE37-4C79-AFC0-8DFD274EAF6C}"/>
    <dgm:cxn modelId="{A53794FD-48CD-4D70-A337-0BF8D51687F6}" type="presOf" srcId="{E987BCFC-32ED-49D0-912B-760D6322F168}" destId="{12FAACC9-4CDF-48BA-934D-37938F97C7E0}" srcOrd="0" destOrd="0" presId="urn:microsoft.com/office/officeart/2018/2/layout/IconLabelList"/>
    <dgm:cxn modelId="{25C841BA-E9B4-4E93-8648-22A909702333}" type="presParOf" srcId="{5E3166CD-500A-4378-847E-58CA3D12F6F5}" destId="{3B621573-7117-4C00-B08F-0CBDD46D4861}" srcOrd="0" destOrd="0" presId="urn:microsoft.com/office/officeart/2018/2/layout/IconLabelList"/>
    <dgm:cxn modelId="{9851F889-D635-4D05-A8EB-5CEF76078C79}" type="presParOf" srcId="{3B621573-7117-4C00-B08F-0CBDD46D4861}" destId="{40E688BB-C476-4B57-8C76-E676C2EF0B10}" srcOrd="0" destOrd="0" presId="urn:microsoft.com/office/officeart/2018/2/layout/IconLabelList"/>
    <dgm:cxn modelId="{BA947168-9B49-462A-A202-2241C51E8FE1}" type="presParOf" srcId="{3B621573-7117-4C00-B08F-0CBDD46D4861}" destId="{327DCA4D-7DD2-4887-9824-1E4B4451C6A3}" srcOrd="1" destOrd="0" presId="urn:microsoft.com/office/officeart/2018/2/layout/IconLabelList"/>
    <dgm:cxn modelId="{7FABED9E-086F-489F-9AD6-2201AA352E6F}" type="presParOf" srcId="{3B621573-7117-4C00-B08F-0CBDD46D4861}" destId="{6DAFBEE5-3652-4C4F-A50D-C69CE992410D}" srcOrd="2" destOrd="0" presId="urn:microsoft.com/office/officeart/2018/2/layout/IconLabelList"/>
    <dgm:cxn modelId="{B9BAE233-98BB-4AD9-8B73-B5F12A9D251E}" type="presParOf" srcId="{5E3166CD-500A-4378-847E-58CA3D12F6F5}" destId="{897F607A-8457-4DF0-A11C-AA2E165DAC03}" srcOrd="1" destOrd="0" presId="urn:microsoft.com/office/officeart/2018/2/layout/IconLabelList"/>
    <dgm:cxn modelId="{3834EA39-073D-4634-B259-4F4443233326}" type="presParOf" srcId="{5E3166CD-500A-4378-847E-58CA3D12F6F5}" destId="{B5D2A1BD-7AAB-4BB3-8693-B21BED97254B}" srcOrd="2" destOrd="0" presId="urn:microsoft.com/office/officeart/2018/2/layout/IconLabelList"/>
    <dgm:cxn modelId="{78230C58-E4FA-45D8-8DCD-69327E871ED0}" type="presParOf" srcId="{B5D2A1BD-7AAB-4BB3-8693-B21BED97254B}" destId="{E8418A6F-E4CA-4293-AE55-8DD84950A7FE}" srcOrd="0" destOrd="0" presId="urn:microsoft.com/office/officeart/2018/2/layout/IconLabelList"/>
    <dgm:cxn modelId="{8C9BB80B-C0B1-4646-8650-1EDAADECFB84}" type="presParOf" srcId="{B5D2A1BD-7AAB-4BB3-8693-B21BED97254B}" destId="{90ACAA39-C040-4C08-83CD-EC6D6C10EC9F}" srcOrd="1" destOrd="0" presId="urn:microsoft.com/office/officeart/2018/2/layout/IconLabelList"/>
    <dgm:cxn modelId="{DA8F7B90-5358-4929-99B1-FE012E1D822C}" type="presParOf" srcId="{B5D2A1BD-7AAB-4BB3-8693-B21BED97254B}" destId="{B6E70B9F-5525-4091-8DCD-04245A497855}" srcOrd="2" destOrd="0" presId="urn:microsoft.com/office/officeart/2018/2/layout/IconLabelList"/>
    <dgm:cxn modelId="{AF52AB5C-4E5D-4F88-AA7A-60689C852250}" type="presParOf" srcId="{5E3166CD-500A-4378-847E-58CA3D12F6F5}" destId="{BC029A5A-17C2-446F-9B10-D42E249980CA}" srcOrd="3" destOrd="0" presId="urn:microsoft.com/office/officeart/2018/2/layout/IconLabelList"/>
    <dgm:cxn modelId="{1E7C5EDD-1372-49CE-97A2-7332C934EE11}" type="presParOf" srcId="{5E3166CD-500A-4378-847E-58CA3D12F6F5}" destId="{8C17140C-6C9D-45EB-9C4C-12013706496A}" srcOrd="4" destOrd="0" presId="urn:microsoft.com/office/officeart/2018/2/layout/IconLabelList"/>
    <dgm:cxn modelId="{DAE9F66C-BF7A-461C-BE00-5052F6262EA9}" type="presParOf" srcId="{8C17140C-6C9D-45EB-9C4C-12013706496A}" destId="{0D32D19A-64A2-469E-8DFB-64DECD462855}" srcOrd="0" destOrd="0" presId="urn:microsoft.com/office/officeart/2018/2/layout/IconLabelList"/>
    <dgm:cxn modelId="{1FA3FACB-52B3-41A4-9BD9-6F039689D06A}" type="presParOf" srcId="{8C17140C-6C9D-45EB-9C4C-12013706496A}" destId="{D6ACA758-1AF8-45E0-840E-0DFA9AE7589E}" srcOrd="1" destOrd="0" presId="urn:microsoft.com/office/officeart/2018/2/layout/IconLabelList"/>
    <dgm:cxn modelId="{971FA42D-49B0-44EE-896B-C59CA2A00DFA}" type="presParOf" srcId="{8C17140C-6C9D-45EB-9C4C-12013706496A}" destId="{8430F6B8-0552-48CB-8AA5-EF64D2E7ADF9}" srcOrd="2" destOrd="0" presId="urn:microsoft.com/office/officeart/2018/2/layout/IconLabelList"/>
    <dgm:cxn modelId="{11AC66BC-23C6-44E7-857A-D76134FD390A}" type="presParOf" srcId="{5E3166CD-500A-4378-847E-58CA3D12F6F5}" destId="{47B73CCE-89A7-46E1-8B01-2DA9C2645075}" srcOrd="5" destOrd="0" presId="urn:microsoft.com/office/officeart/2018/2/layout/IconLabelList"/>
    <dgm:cxn modelId="{F9A47F80-C916-40F2-93D0-72DCC5D2B4F9}" type="presParOf" srcId="{5E3166CD-500A-4378-847E-58CA3D12F6F5}" destId="{ADFDB5AA-5CCA-4B12-87E1-3CF293974501}" srcOrd="6" destOrd="0" presId="urn:microsoft.com/office/officeart/2018/2/layout/IconLabelList"/>
    <dgm:cxn modelId="{28A2ECEF-EC0B-4438-A514-6C856C6C7704}" type="presParOf" srcId="{ADFDB5AA-5CCA-4B12-87E1-3CF293974501}" destId="{F700A7B6-CA22-4711-BFD7-0767798A69E7}" srcOrd="0" destOrd="0" presId="urn:microsoft.com/office/officeart/2018/2/layout/IconLabelList"/>
    <dgm:cxn modelId="{E643F258-2976-4F3F-8BC6-C90B2BAB3772}" type="presParOf" srcId="{ADFDB5AA-5CCA-4B12-87E1-3CF293974501}" destId="{F5C1EEC3-18D3-4DAB-B41B-E3E9CAED4C49}" srcOrd="1" destOrd="0" presId="urn:microsoft.com/office/officeart/2018/2/layout/IconLabelList"/>
    <dgm:cxn modelId="{B54879D8-C5C4-4F28-84E7-2BB5BD8B840D}" type="presParOf" srcId="{ADFDB5AA-5CCA-4B12-87E1-3CF293974501}" destId="{12FAACC9-4CDF-48BA-934D-37938F97C7E0}" srcOrd="2" destOrd="0" presId="urn:microsoft.com/office/officeart/2018/2/layout/IconLabelList"/>
    <dgm:cxn modelId="{8D0322CC-B829-4216-8CF1-44CD771C59F1}" type="presParOf" srcId="{5E3166CD-500A-4378-847E-58CA3D12F6F5}" destId="{B9C71BCF-27D4-4D5E-9427-41D5E4ADA5FD}" srcOrd="7" destOrd="0" presId="urn:microsoft.com/office/officeart/2018/2/layout/IconLabelList"/>
    <dgm:cxn modelId="{E1A79D9D-2AAD-4345-9DF2-510D2377339D}" type="presParOf" srcId="{5E3166CD-500A-4378-847E-58CA3D12F6F5}" destId="{A45D16C5-FE2A-43E3-96F6-DDD23FDC54F4}" srcOrd="8" destOrd="0" presId="urn:microsoft.com/office/officeart/2018/2/layout/IconLabelList"/>
    <dgm:cxn modelId="{EBC54613-35E5-4527-8DF1-F8D39C73D0D1}" type="presParOf" srcId="{A45D16C5-FE2A-43E3-96F6-DDD23FDC54F4}" destId="{F03CF2DB-058E-4254-ABA2-9634AE59F6A0}" srcOrd="0" destOrd="0" presId="urn:microsoft.com/office/officeart/2018/2/layout/IconLabelList"/>
    <dgm:cxn modelId="{A60833CB-1BF6-431E-A0EA-06E6DF4CA07B}" type="presParOf" srcId="{A45D16C5-FE2A-43E3-96F6-DDD23FDC54F4}" destId="{A0B4D666-DFCD-483D-8F58-975952270D69}" srcOrd="1" destOrd="0" presId="urn:microsoft.com/office/officeart/2018/2/layout/IconLabelList"/>
    <dgm:cxn modelId="{FD4049F7-A504-40BC-B13E-E0A713F94ABE}" type="presParOf" srcId="{A45D16C5-FE2A-43E3-96F6-DDD23FDC54F4}" destId="{3179D729-1645-4B2E-80CC-1E6CAC3078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4CD6CB-5A3B-4DED-A5B9-5CD7094F08F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C537DDD-CBB9-40DA-9096-555AAB2FF886}">
      <dgm:prSet/>
      <dgm:spPr/>
      <dgm:t>
        <a:bodyPr/>
        <a:lstStyle/>
        <a:p>
          <a:r>
            <a:rPr lang="en-IN"/>
            <a:t>Deploy full system to cloud (AWS/GCP)</a:t>
          </a:r>
          <a:endParaRPr lang="en-US"/>
        </a:p>
      </dgm:t>
    </dgm:pt>
    <dgm:pt modelId="{3CC9A0AF-C962-4388-9D52-98EB4E661CFA}" type="parTrans" cxnId="{F9DF7464-373F-470C-9A8C-1E5949595015}">
      <dgm:prSet/>
      <dgm:spPr/>
      <dgm:t>
        <a:bodyPr/>
        <a:lstStyle/>
        <a:p>
          <a:endParaRPr lang="en-US"/>
        </a:p>
      </dgm:t>
    </dgm:pt>
    <dgm:pt modelId="{CBE0742D-539F-412A-8E84-517243696205}" type="sibTrans" cxnId="{F9DF7464-373F-470C-9A8C-1E5949595015}">
      <dgm:prSet/>
      <dgm:spPr/>
      <dgm:t>
        <a:bodyPr/>
        <a:lstStyle/>
        <a:p>
          <a:endParaRPr lang="en-US"/>
        </a:p>
      </dgm:t>
    </dgm:pt>
    <dgm:pt modelId="{C26F30D2-CA8A-4F01-994D-2E1353BF8437}">
      <dgm:prSet/>
      <dgm:spPr/>
      <dgm:t>
        <a:bodyPr/>
        <a:lstStyle/>
        <a:p>
          <a:r>
            <a:rPr lang="en-IN"/>
            <a:t>Build a dashboard UI (Streamlit/React)</a:t>
          </a:r>
          <a:endParaRPr lang="en-US"/>
        </a:p>
      </dgm:t>
    </dgm:pt>
    <dgm:pt modelId="{EA636C9D-9313-4FD5-8343-746542B15450}" type="parTrans" cxnId="{A32011F7-C988-43B8-80DF-771C9F790B14}">
      <dgm:prSet/>
      <dgm:spPr/>
      <dgm:t>
        <a:bodyPr/>
        <a:lstStyle/>
        <a:p>
          <a:endParaRPr lang="en-US"/>
        </a:p>
      </dgm:t>
    </dgm:pt>
    <dgm:pt modelId="{81F93868-F34B-47F5-9398-22F90E89F341}" type="sibTrans" cxnId="{A32011F7-C988-43B8-80DF-771C9F790B14}">
      <dgm:prSet/>
      <dgm:spPr/>
      <dgm:t>
        <a:bodyPr/>
        <a:lstStyle/>
        <a:p>
          <a:endParaRPr lang="en-US"/>
        </a:p>
      </dgm:t>
    </dgm:pt>
    <dgm:pt modelId="{E12E8F51-90EA-4294-AF7B-FE2CBB43A316}">
      <dgm:prSet/>
      <dgm:spPr/>
      <dgm:t>
        <a:bodyPr/>
        <a:lstStyle/>
        <a:p>
          <a:r>
            <a:rPr lang="en-IN"/>
            <a:t>Add job tracking &amp; analytics dashboard</a:t>
          </a:r>
          <a:endParaRPr lang="en-US"/>
        </a:p>
      </dgm:t>
    </dgm:pt>
    <dgm:pt modelId="{C5DD292B-3CD6-415B-8E6D-248F0FC255E1}" type="parTrans" cxnId="{0BEF04F0-61B7-4F93-8105-7C051F77BC8E}">
      <dgm:prSet/>
      <dgm:spPr/>
      <dgm:t>
        <a:bodyPr/>
        <a:lstStyle/>
        <a:p>
          <a:endParaRPr lang="en-US"/>
        </a:p>
      </dgm:t>
    </dgm:pt>
    <dgm:pt modelId="{90BFCB38-B0DB-440E-845D-0A9404142C6D}" type="sibTrans" cxnId="{0BEF04F0-61B7-4F93-8105-7C051F77BC8E}">
      <dgm:prSet/>
      <dgm:spPr/>
      <dgm:t>
        <a:bodyPr/>
        <a:lstStyle/>
        <a:p>
          <a:endParaRPr lang="en-US"/>
        </a:p>
      </dgm:t>
    </dgm:pt>
    <dgm:pt modelId="{972F3E6E-E8A1-49EA-9443-564F724199A2}">
      <dgm:prSet/>
      <dgm:spPr/>
      <dgm:t>
        <a:bodyPr/>
        <a:lstStyle/>
        <a:p>
          <a:r>
            <a:rPr lang="en-IN"/>
            <a:t>Integrate LinkedIn job scraping</a:t>
          </a:r>
          <a:endParaRPr lang="en-US"/>
        </a:p>
      </dgm:t>
    </dgm:pt>
    <dgm:pt modelId="{E90D9F3F-61E7-4107-B848-90504D5590DF}" type="parTrans" cxnId="{8B2B7FD6-A138-4F49-B587-2FA2C6DF80C6}">
      <dgm:prSet/>
      <dgm:spPr/>
      <dgm:t>
        <a:bodyPr/>
        <a:lstStyle/>
        <a:p>
          <a:endParaRPr lang="en-US"/>
        </a:p>
      </dgm:t>
    </dgm:pt>
    <dgm:pt modelId="{B05C7C46-FD71-4BDF-B881-AADF189203B9}" type="sibTrans" cxnId="{8B2B7FD6-A138-4F49-B587-2FA2C6DF80C6}">
      <dgm:prSet/>
      <dgm:spPr/>
      <dgm:t>
        <a:bodyPr/>
        <a:lstStyle/>
        <a:p>
          <a:endParaRPr lang="en-US"/>
        </a:p>
      </dgm:t>
    </dgm:pt>
    <dgm:pt modelId="{FDF48DFF-FFE2-4EAB-9ACF-3F5E1401CC2F}">
      <dgm:prSet/>
      <dgm:spPr/>
      <dgm:t>
        <a:bodyPr/>
        <a:lstStyle/>
        <a:p>
          <a:r>
            <a:rPr lang="en-IN"/>
            <a:t>Multi-language resume support</a:t>
          </a:r>
          <a:endParaRPr lang="en-US"/>
        </a:p>
      </dgm:t>
    </dgm:pt>
    <dgm:pt modelId="{53550BED-91F2-4A30-A958-D0E3D053D3AD}" type="parTrans" cxnId="{D0DAA284-AD25-4B8C-A155-02D999D2C829}">
      <dgm:prSet/>
      <dgm:spPr/>
      <dgm:t>
        <a:bodyPr/>
        <a:lstStyle/>
        <a:p>
          <a:endParaRPr lang="en-US"/>
        </a:p>
      </dgm:t>
    </dgm:pt>
    <dgm:pt modelId="{E2F52C81-51E9-484B-9B52-52283027DE0D}" type="sibTrans" cxnId="{D0DAA284-AD25-4B8C-A155-02D999D2C829}">
      <dgm:prSet/>
      <dgm:spPr/>
      <dgm:t>
        <a:bodyPr/>
        <a:lstStyle/>
        <a:p>
          <a:endParaRPr lang="en-US"/>
        </a:p>
      </dgm:t>
    </dgm:pt>
    <dgm:pt modelId="{F9B022E5-4E13-4F3E-9790-1138FB579AD8}">
      <dgm:prSet/>
      <dgm:spPr/>
      <dgm:t>
        <a:bodyPr/>
        <a:lstStyle/>
        <a:p>
          <a:r>
            <a:rPr lang="en-IN"/>
            <a:t>Add recruiter-side tools</a:t>
          </a:r>
          <a:endParaRPr lang="en-US"/>
        </a:p>
      </dgm:t>
    </dgm:pt>
    <dgm:pt modelId="{78E80D12-A478-422E-B5AB-6BB262765138}" type="parTrans" cxnId="{3C36EC1A-7CE3-4EE9-922C-9BC578014305}">
      <dgm:prSet/>
      <dgm:spPr/>
      <dgm:t>
        <a:bodyPr/>
        <a:lstStyle/>
        <a:p>
          <a:endParaRPr lang="en-US"/>
        </a:p>
      </dgm:t>
    </dgm:pt>
    <dgm:pt modelId="{94F96E0F-38C0-4268-8340-A4064DA349D7}" type="sibTrans" cxnId="{3C36EC1A-7CE3-4EE9-922C-9BC578014305}">
      <dgm:prSet/>
      <dgm:spPr/>
      <dgm:t>
        <a:bodyPr/>
        <a:lstStyle/>
        <a:p>
          <a:endParaRPr lang="en-US"/>
        </a:p>
      </dgm:t>
    </dgm:pt>
    <dgm:pt modelId="{4B15EFEC-D7DE-A949-82EE-97BE22AB46B3}" type="pres">
      <dgm:prSet presAssocID="{844CD6CB-5A3B-4DED-A5B9-5CD7094F08FD}" presName="vert0" presStyleCnt="0">
        <dgm:presLayoutVars>
          <dgm:dir/>
          <dgm:animOne val="branch"/>
          <dgm:animLvl val="lvl"/>
        </dgm:presLayoutVars>
      </dgm:prSet>
      <dgm:spPr/>
    </dgm:pt>
    <dgm:pt modelId="{32B2FBA5-040F-664F-A9EC-B0846C17EF68}" type="pres">
      <dgm:prSet presAssocID="{9C537DDD-CBB9-40DA-9096-555AAB2FF886}" presName="thickLine" presStyleLbl="alignNode1" presStyleIdx="0" presStyleCnt="6"/>
      <dgm:spPr/>
    </dgm:pt>
    <dgm:pt modelId="{95568F94-4F43-7943-A834-3C8DDF7D87AC}" type="pres">
      <dgm:prSet presAssocID="{9C537DDD-CBB9-40DA-9096-555AAB2FF886}" presName="horz1" presStyleCnt="0"/>
      <dgm:spPr/>
    </dgm:pt>
    <dgm:pt modelId="{E639FFF9-5CBB-3B4E-B9B9-78911D16D6B7}" type="pres">
      <dgm:prSet presAssocID="{9C537DDD-CBB9-40DA-9096-555AAB2FF886}" presName="tx1" presStyleLbl="revTx" presStyleIdx="0" presStyleCnt="6"/>
      <dgm:spPr/>
    </dgm:pt>
    <dgm:pt modelId="{726669BF-FF2D-4E4F-A100-BC79F92CA85E}" type="pres">
      <dgm:prSet presAssocID="{9C537DDD-CBB9-40DA-9096-555AAB2FF886}" presName="vert1" presStyleCnt="0"/>
      <dgm:spPr/>
    </dgm:pt>
    <dgm:pt modelId="{A9A8EF76-2B72-274A-B4FF-56AA8D230455}" type="pres">
      <dgm:prSet presAssocID="{C26F30D2-CA8A-4F01-994D-2E1353BF8437}" presName="thickLine" presStyleLbl="alignNode1" presStyleIdx="1" presStyleCnt="6"/>
      <dgm:spPr/>
    </dgm:pt>
    <dgm:pt modelId="{508A7A98-4232-CC4E-A605-D1070BA252DD}" type="pres">
      <dgm:prSet presAssocID="{C26F30D2-CA8A-4F01-994D-2E1353BF8437}" presName="horz1" presStyleCnt="0"/>
      <dgm:spPr/>
    </dgm:pt>
    <dgm:pt modelId="{667D8488-9198-454E-82DD-8ABE7B9BD861}" type="pres">
      <dgm:prSet presAssocID="{C26F30D2-CA8A-4F01-994D-2E1353BF8437}" presName="tx1" presStyleLbl="revTx" presStyleIdx="1" presStyleCnt="6"/>
      <dgm:spPr/>
    </dgm:pt>
    <dgm:pt modelId="{F528FF1E-F5F9-8642-8DBB-DD40DF05C886}" type="pres">
      <dgm:prSet presAssocID="{C26F30D2-CA8A-4F01-994D-2E1353BF8437}" presName="vert1" presStyleCnt="0"/>
      <dgm:spPr/>
    </dgm:pt>
    <dgm:pt modelId="{70942019-FEE3-8944-9A36-C2D749048DC1}" type="pres">
      <dgm:prSet presAssocID="{E12E8F51-90EA-4294-AF7B-FE2CBB43A316}" presName="thickLine" presStyleLbl="alignNode1" presStyleIdx="2" presStyleCnt="6"/>
      <dgm:spPr/>
    </dgm:pt>
    <dgm:pt modelId="{853F0F38-A213-D143-BA0D-A0F1FDF161AC}" type="pres">
      <dgm:prSet presAssocID="{E12E8F51-90EA-4294-AF7B-FE2CBB43A316}" presName="horz1" presStyleCnt="0"/>
      <dgm:spPr/>
    </dgm:pt>
    <dgm:pt modelId="{B4C0C97F-BC4B-854D-8C8E-B52CC5A4D0D4}" type="pres">
      <dgm:prSet presAssocID="{E12E8F51-90EA-4294-AF7B-FE2CBB43A316}" presName="tx1" presStyleLbl="revTx" presStyleIdx="2" presStyleCnt="6"/>
      <dgm:spPr/>
    </dgm:pt>
    <dgm:pt modelId="{EEA09D6A-BFDB-604D-9D0E-B6F0A979B6F0}" type="pres">
      <dgm:prSet presAssocID="{E12E8F51-90EA-4294-AF7B-FE2CBB43A316}" presName="vert1" presStyleCnt="0"/>
      <dgm:spPr/>
    </dgm:pt>
    <dgm:pt modelId="{0C5224E3-EBCA-2B4B-A1C6-4BDC051C9197}" type="pres">
      <dgm:prSet presAssocID="{972F3E6E-E8A1-49EA-9443-564F724199A2}" presName="thickLine" presStyleLbl="alignNode1" presStyleIdx="3" presStyleCnt="6"/>
      <dgm:spPr/>
    </dgm:pt>
    <dgm:pt modelId="{BE6C691B-C5E1-2F4E-8238-181FF1E17979}" type="pres">
      <dgm:prSet presAssocID="{972F3E6E-E8A1-49EA-9443-564F724199A2}" presName="horz1" presStyleCnt="0"/>
      <dgm:spPr/>
    </dgm:pt>
    <dgm:pt modelId="{69802909-3531-3348-A806-892BF8524F72}" type="pres">
      <dgm:prSet presAssocID="{972F3E6E-E8A1-49EA-9443-564F724199A2}" presName="tx1" presStyleLbl="revTx" presStyleIdx="3" presStyleCnt="6"/>
      <dgm:spPr/>
    </dgm:pt>
    <dgm:pt modelId="{F2587909-CF9B-5C4C-9E4F-5BFC1FA6B4FF}" type="pres">
      <dgm:prSet presAssocID="{972F3E6E-E8A1-49EA-9443-564F724199A2}" presName="vert1" presStyleCnt="0"/>
      <dgm:spPr/>
    </dgm:pt>
    <dgm:pt modelId="{78C0DCBA-20B7-4B42-9560-AF371B3C250B}" type="pres">
      <dgm:prSet presAssocID="{FDF48DFF-FFE2-4EAB-9ACF-3F5E1401CC2F}" presName="thickLine" presStyleLbl="alignNode1" presStyleIdx="4" presStyleCnt="6"/>
      <dgm:spPr/>
    </dgm:pt>
    <dgm:pt modelId="{C9AF352D-E9EC-A449-9640-EEEFC43063FC}" type="pres">
      <dgm:prSet presAssocID="{FDF48DFF-FFE2-4EAB-9ACF-3F5E1401CC2F}" presName="horz1" presStyleCnt="0"/>
      <dgm:spPr/>
    </dgm:pt>
    <dgm:pt modelId="{C124C7E4-DEA4-5A4D-B557-44FCD8F4B598}" type="pres">
      <dgm:prSet presAssocID="{FDF48DFF-FFE2-4EAB-9ACF-3F5E1401CC2F}" presName="tx1" presStyleLbl="revTx" presStyleIdx="4" presStyleCnt="6"/>
      <dgm:spPr/>
    </dgm:pt>
    <dgm:pt modelId="{76FA392A-4CFD-5B4C-BACF-A12339DC4DE9}" type="pres">
      <dgm:prSet presAssocID="{FDF48DFF-FFE2-4EAB-9ACF-3F5E1401CC2F}" presName="vert1" presStyleCnt="0"/>
      <dgm:spPr/>
    </dgm:pt>
    <dgm:pt modelId="{19291045-3CC6-5E43-9A37-8DC10C9D41B0}" type="pres">
      <dgm:prSet presAssocID="{F9B022E5-4E13-4F3E-9790-1138FB579AD8}" presName="thickLine" presStyleLbl="alignNode1" presStyleIdx="5" presStyleCnt="6"/>
      <dgm:spPr/>
    </dgm:pt>
    <dgm:pt modelId="{0FFD48E1-D3F5-684E-BE72-C9DF54054048}" type="pres">
      <dgm:prSet presAssocID="{F9B022E5-4E13-4F3E-9790-1138FB579AD8}" presName="horz1" presStyleCnt="0"/>
      <dgm:spPr/>
    </dgm:pt>
    <dgm:pt modelId="{274E6E6D-6125-0C4E-AD83-07AA6E30734A}" type="pres">
      <dgm:prSet presAssocID="{F9B022E5-4E13-4F3E-9790-1138FB579AD8}" presName="tx1" presStyleLbl="revTx" presStyleIdx="5" presStyleCnt="6"/>
      <dgm:spPr/>
    </dgm:pt>
    <dgm:pt modelId="{044BB769-EDD8-A14A-B824-F852A69CC614}" type="pres">
      <dgm:prSet presAssocID="{F9B022E5-4E13-4F3E-9790-1138FB579AD8}" presName="vert1" presStyleCnt="0"/>
      <dgm:spPr/>
    </dgm:pt>
  </dgm:ptLst>
  <dgm:cxnLst>
    <dgm:cxn modelId="{3C36EC1A-7CE3-4EE9-922C-9BC578014305}" srcId="{844CD6CB-5A3B-4DED-A5B9-5CD7094F08FD}" destId="{F9B022E5-4E13-4F3E-9790-1138FB579AD8}" srcOrd="5" destOrd="0" parTransId="{78E80D12-A478-422E-B5AB-6BB262765138}" sibTransId="{94F96E0F-38C0-4268-8340-A4064DA349D7}"/>
    <dgm:cxn modelId="{0F9C6D5E-6AF5-FE48-BAE4-07E63AD68E06}" type="presOf" srcId="{C26F30D2-CA8A-4F01-994D-2E1353BF8437}" destId="{667D8488-9198-454E-82DD-8ABE7B9BD861}" srcOrd="0" destOrd="0" presId="urn:microsoft.com/office/officeart/2008/layout/LinedList"/>
    <dgm:cxn modelId="{F9DF7464-373F-470C-9A8C-1E5949595015}" srcId="{844CD6CB-5A3B-4DED-A5B9-5CD7094F08FD}" destId="{9C537DDD-CBB9-40DA-9096-555AAB2FF886}" srcOrd="0" destOrd="0" parTransId="{3CC9A0AF-C962-4388-9D52-98EB4E661CFA}" sibTransId="{CBE0742D-539F-412A-8E84-517243696205}"/>
    <dgm:cxn modelId="{E18EB467-B00E-4A4A-A9B7-F0E4A633D099}" type="presOf" srcId="{E12E8F51-90EA-4294-AF7B-FE2CBB43A316}" destId="{B4C0C97F-BC4B-854D-8C8E-B52CC5A4D0D4}" srcOrd="0" destOrd="0" presId="urn:microsoft.com/office/officeart/2008/layout/LinedList"/>
    <dgm:cxn modelId="{0F6F6169-9CA6-2E4D-841C-8C1A426B2F7E}" type="presOf" srcId="{FDF48DFF-FFE2-4EAB-9ACF-3F5E1401CC2F}" destId="{C124C7E4-DEA4-5A4D-B557-44FCD8F4B598}" srcOrd="0" destOrd="0" presId="urn:microsoft.com/office/officeart/2008/layout/LinedList"/>
    <dgm:cxn modelId="{95495F54-9ADB-B145-8B40-B5C751364610}" type="presOf" srcId="{844CD6CB-5A3B-4DED-A5B9-5CD7094F08FD}" destId="{4B15EFEC-D7DE-A949-82EE-97BE22AB46B3}" srcOrd="0" destOrd="0" presId="urn:microsoft.com/office/officeart/2008/layout/LinedList"/>
    <dgm:cxn modelId="{D0DAA284-AD25-4B8C-A155-02D999D2C829}" srcId="{844CD6CB-5A3B-4DED-A5B9-5CD7094F08FD}" destId="{FDF48DFF-FFE2-4EAB-9ACF-3F5E1401CC2F}" srcOrd="4" destOrd="0" parTransId="{53550BED-91F2-4A30-A958-D0E3D053D3AD}" sibTransId="{E2F52C81-51E9-484B-9B52-52283027DE0D}"/>
    <dgm:cxn modelId="{DCFB238D-7AFF-7845-854A-90651EF0B038}" type="presOf" srcId="{9C537DDD-CBB9-40DA-9096-555AAB2FF886}" destId="{E639FFF9-5CBB-3B4E-B9B9-78911D16D6B7}" srcOrd="0" destOrd="0" presId="urn:microsoft.com/office/officeart/2008/layout/LinedList"/>
    <dgm:cxn modelId="{FA13E099-D86B-7B4E-972E-5AE6A1992DE5}" type="presOf" srcId="{F9B022E5-4E13-4F3E-9790-1138FB579AD8}" destId="{274E6E6D-6125-0C4E-AD83-07AA6E30734A}" srcOrd="0" destOrd="0" presId="urn:microsoft.com/office/officeart/2008/layout/LinedList"/>
    <dgm:cxn modelId="{61B10DAC-9416-0142-8FB3-EF3E2DCD0F9F}" type="presOf" srcId="{972F3E6E-E8A1-49EA-9443-564F724199A2}" destId="{69802909-3531-3348-A806-892BF8524F72}" srcOrd="0" destOrd="0" presId="urn:microsoft.com/office/officeart/2008/layout/LinedList"/>
    <dgm:cxn modelId="{8B2B7FD6-A138-4F49-B587-2FA2C6DF80C6}" srcId="{844CD6CB-5A3B-4DED-A5B9-5CD7094F08FD}" destId="{972F3E6E-E8A1-49EA-9443-564F724199A2}" srcOrd="3" destOrd="0" parTransId="{E90D9F3F-61E7-4107-B848-90504D5590DF}" sibTransId="{B05C7C46-FD71-4BDF-B881-AADF189203B9}"/>
    <dgm:cxn modelId="{0BEF04F0-61B7-4F93-8105-7C051F77BC8E}" srcId="{844CD6CB-5A3B-4DED-A5B9-5CD7094F08FD}" destId="{E12E8F51-90EA-4294-AF7B-FE2CBB43A316}" srcOrd="2" destOrd="0" parTransId="{C5DD292B-3CD6-415B-8E6D-248F0FC255E1}" sibTransId="{90BFCB38-B0DB-440E-845D-0A9404142C6D}"/>
    <dgm:cxn modelId="{A32011F7-C988-43B8-80DF-771C9F790B14}" srcId="{844CD6CB-5A3B-4DED-A5B9-5CD7094F08FD}" destId="{C26F30D2-CA8A-4F01-994D-2E1353BF8437}" srcOrd="1" destOrd="0" parTransId="{EA636C9D-9313-4FD5-8343-746542B15450}" sibTransId="{81F93868-F34B-47F5-9398-22F90E89F341}"/>
    <dgm:cxn modelId="{7A6CB4F9-1B2F-A84B-BECD-73AB8766CD57}" type="presParOf" srcId="{4B15EFEC-D7DE-A949-82EE-97BE22AB46B3}" destId="{32B2FBA5-040F-664F-A9EC-B0846C17EF68}" srcOrd="0" destOrd="0" presId="urn:microsoft.com/office/officeart/2008/layout/LinedList"/>
    <dgm:cxn modelId="{F0F3E2EE-A20D-314D-BB3F-801CA8FB4D24}" type="presParOf" srcId="{4B15EFEC-D7DE-A949-82EE-97BE22AB46B3}" destId="{95568F94-4F43-7943-A834-3C8DDF7D87AC}" srcOrd="1" destOrd="0" presId="urn:microsoft.com/office/officeart/2008/layout/LinedList"/>
    <dgm:cxn modelId="{4257C6AE-24CB-5543-8BB9-A55693D03813}" type="presParOf" srcId="{95568F94-4F43-7943-A834-3C8DDF7D87AC}" destId="{E639FFF9-5CBB-3B4E-B9B9-78911D16D6B7}" srcOrd="0" destOrd="0" presId="urn:microsoft.com/office/officeart/2008/layout/LinedList"/>
    <dgm:cxn modelId="{2B47A73E-D069-084E-8C20-70F51AEAF3BF}" type="presParOf" srcId="{95568F94-4F43-7943-A834-3C8DDF7D87AC}" destId="{726669BF-FF2D-4E4F-A100-BC79F92CA85E}" srcOrd="1" destOrd="0" presId="urn:microsoft.com/office/officeart/2008/layout/LinedList"/>
    <dgm:cxn modelId="{74F7376D-0DAD-AB4D-809A-AFC79B261815}" type="presParOf" srcId="{4B15EFEC-D7DE-A949-82EE-97BE22AB46B3}" destId="{A9A8EF76-2B72-274A-B4FF-56AA8D230455}" srcOrd="2" destOrd="0" presId="urn:microsoft.com/office/officeart/2008/layout/LinedList"/>
    <dgm:cxn modelId="{76F18D83-551B-0543-BB10-0B3267A2BF08}" type="presParOf" srcId="{4B15EFEC-D7DE-A949-82EE-97BE22AB46B3}" destId="{508A7A98-4232-CC4E-A605-D1070BA252DD}" srcOrd="3" destOrd="0" presId="urn:microsoft.com/office/officeart/2008/layout/LinedList"/>
    <dgm:cxn modelId="{91430EC7-71D5-EA47-9522-68761678F29F}" type="presParOf" srcId="{508A7A98-4232-CC4E-A605-D1070BA252DD}" destId="{667D8488-9198-454E-82DD-8ABE7B9BD861}" srcOrd="0" destOrd="0" presId="urn:microsoft.com/office/officeart/2008/layout/LinedList"/>
    <dgm:cxn modelId="{BE3105B2-6851-6949-BA40-A13631F558B4}" type="presParOf" srcId="{508A7A98-4232-CC4E-A605-D1070BA252DD}" destId="{F528FF1E-F5F9-8642-8DBB-DD40DF05C886}" srcOrd="1" destOrd="0" presId="urn:microsoft.com/office/officeart/2008/layout/LinedList"/>
    <dgm:cxn modelId="{2D3FE12D-5DEE-2940-914C-7999FF09B1E2}" type="presParOf" srcId="{4B15EFEC-D7DE-A949-82EE-97BE22AB46B3}" destId="{70942019-FEE3-8944-9A36-C2D749048DC1}" srcOrd="4" destOrd="0" presId="urn:microsoft.com/office/officeart/2008/layout/LinedList"/>
    <dgm:cxn modelId="{AEB12A43-F176-6245-8926-B6379D9408A1}" type="presParOf" srcId="{4B15EFEC-D7DE-A949-82EE-97BE22AB46B3}" destId="{853F0F38-A213-D143-BA0D-A0F1FDF161AC}" srcOrd="5" destOrd="0" presId="urn:microsoft.com/office/officeart/2008/layout/LinedList"/>
    <dgm:cxn modelId="{C6BDC980-5837-844A-BB4F-201C92BB58B7}" type="presParOf" srcId="{853F0F38-A213-D143-BA0D-A0F1FDF161AC}" destId="{B4C0C97F-BC4B-854D-8C8E-B52CC5A4D0D4}" srcOrd="0" destOrd="0" presId="urn:microsoft.com/office/officeart/2008/layout/LinedList"/>
    <dgm:cxn modelId="{82E925F0-909E-3D48-8A81-A27FE4903C5E}" type="presParOf" srcId="{853F0F38-A213-D143-BA0D-A0F1FDF161AC}" destId="{EEA09D6A-BFDB-604D-9D0E-B6F0A979B6F0}" srcOrd="1" destOrd="0" presId="urn:microsoft.com/office/officeart/2008/layout/LinedList"/>
    <dgm:cxn modelId="{A1FEB79A-2C13-864F-9BC3-F7B8BEE6B8B3}" type="presParOf" srcId="{4B15EFEC-D7DE-A949-82EE-97BE22AB46B3}" destId="{0C5224E3-EBCA-2B4B-A1C6-4BDC051C9197}" srcOrd="6" destOrd="0" presId="urn:microsoft.com/office/officeart/2008/layout/LinedList"/>
    <dgm:cxn modelId="{D5BDA6E1-23BB-0D45-96D6-E8EBC158E150}" type="presParOf" srcId="{4B15EFEC-D7DE-A949-82EE-97BE22AB46B3}" destId="{BE6C691B-C5E1-2F4E-8238-181FF1E17979}" srcOrd="7" destOrd="0" presId="urn:microsoft.com/office/officeart/2008/layout/LinedList"/>
    <dgm:cxn modelId="{2C24A534-9939-C94A-BE83-872D14E33B6D}" type="presParOf" srcId="{BE6C691B-C5E1-2F4E-8238-181FF1E17979}" destId="{69802909-3531-3348-A806-892BF8524F72}" srcOrd="0" destOrd="0" presId="urn:microsoft.com/office/officeart/2008/layout/LinedList"/>
    <dgm:cxn modelId="{7F1ED848-B3A5-B04D-9E92-6EC734F0B5CA}" type="presParOf" srcId="{BE6C691B-C5E1-2F4E-8238-181FF1E17979}" destId="{F2587909-CF9B-5C4C-9E4F-5BFC1FA6B4FF}" srcOrd="1" destOrd="0" presId="urn:microsoft.com/office/officeart/2008/layout/LinedList"/>
    <dgm:cxn modelId="{8599B97F-A656-DE42-AC14-77B9FD593995}" type="presParOf" srcId="{4B15EFEC-D7DE-A949-82EE-97BE22AB46B3}" destId="{78C0DCBA-20B7-4B42-9560-AF371B3C250B}" srcOrd="8" destOrd="0" presId="urn:microsoft.com/office/officeart/2008/layout/LinedList"/>
    <dgm:cxn modelId="{71B7D258-D63D-CE44-B7AB-146DD3F024F2}" type="presParOf" srcId="{4B15EFEC-D7DE-A949-82EE-97BE22AB46B3}" destId="{C9AF352D-E9EC-A449-9640-EEEFC43063FC}" srcOrd="9" destOrd="0" presId="urn:microsoft.com/office/officeart/2008/layout/LinedList"/>
    <dgm:cxn modelId="{75CAC4E1-7F23-AA41-88BE-2CB05C20BCB0}" type="presParOf" srcId="{C9AF352D-E9EC-A449-9640-EEEFC43063FC}" destId="{C124C7E4-DEA4-5A4D-B557-44FCD8F4B598}" srcOrd="0" destOrd="0" presId="urn:microsoft.com/office/officeart/2008/layout/LinedList"/>
    <dgm:cxn modelId="{0EC8FD4C-7747-4B4D-A6CE-D66C79C11D96}" type="presParOf" srcId="{C9AF352D-E9EC-A449-9640-EEEFC43063FC}" destId="{76FA392A-4CFD-5B4C-BACF-A12339DC4DE9}" srcOrd="1" destOrd="0" presId="urn:microsoft.com/office/officeart/2008/layout/LinedList"/>
    <dgm:cxn modelId="{DA04269B-B9A6-D741-9C8E-9E6863A0D230}" type="presParOf" srcId="{4B15EFEC-D7DE-A949-82EE-97BE22AB46B3}" destId="{19291045-3CC6-5E43-9A37-8DC10C9D41B0}" srcOrd="10" destOrd="0" presId="urn:microsoft.com/office/officeart/2008/layout/LinedList"/>
    <dgm:cxn modelId="{348FFE75-61AD-A944-BD33-AB774CBBAE84}" type="presParOf" srcId="{4B15EFEC-D7DE-A949-82EE-97BE22AB46B3}" destId="{0FFD48E1-D3F5-684E-BE72-C9DF54054048}" srcOrd="11" destOrd="0" presId="urn:microsoft.com/office/officeart/2008/layout/LinedList"/>
    <dgm:cxn modelId="{622833BF-2142-2E40-930B-DD79F72D5B8F}" type="presParOf" srcId="{0FFD48E1-D3F5-684E-BE72-C9DF54054048}" destId="{274E6E6D-6125-0C4E-AD83-07AA6E30734A}" srcOrd="0" destOrd="0" presId="urn:microsoft.com/office/officeart/2008/layout/LinedList"/>
    <dgm:cxn modelId="{ACDD29E5-222B-4849-987B-B248D481542C}" type="presParOf" srcId="{0FFD48E1-D3F5-684E-BE72-C9DF54054048}" destId="{044BB769-EDD8-A14A-B824-F852A69CC6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B9F38E3-62E2-4240-8271-DAAD45DB5B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9FA450-24E6-41D9-A9A2-B839104FA872}">
      <dgm:prSet/>
      <dgm:spPr/>
      <dgm:t>
        <a:bodyPr/>
        <a:lstStyle/>
        <a:p>
          <a:r>
            <a:rPr lang="en-IN"/>
            <a:t>The Multi-Agent Career System successfully:</a:t>
          </a:r>
          <a:endParaRPr lang="en-US"/>
        </a:p>
      </dgm:t>
    </dgm:pt>
    <dgm:pt modelId="{B58C6860-A3AE-4C53-9A03-90876E28EC89}" type="parTrans" cxnId="{87161CFC-4D14-45D7-B5A5-421D45716320}">
      <dgm:prSet/>
      <dgm:spPr/>
      <dgm:t>
        <a:bodyPr/>
        <a:lstStyle/>
        <a:p>
          <a:endParaRPr lang="en-US"/>
        </a:p>
      </dgm:t>
    </dgm:pt>
    <dgm:pt modelId="{715AB76B-D525-47EE-A0A0-EB0DB029A8C1}" type="sibTrans" cxnId="{87161CFC-4D14-45D7-B5A5-421D45716320}">
      <dgm:prSet/>
      <dgm:spPr/>
      <dgm:t>
        <a:bodyPr/>
        <a:lstStyle/>
        <a:p>
          <a:endParaRPr lang="en-US"/>
        </a:p>
      </dgm:t>
    </dgm:pt>
    <dgm:pt modelId="{FB80CC53-CEBE-4EBF-96A9-F9900E5CF032}">
      <dgm:prSet/>
      <dgm:spPr/>
      <dgm:t>
        <a:bodyPr/>
        <a:lstStyle/>
        <a:p>
          <a:r>
            <a:rPr lang="en-IN"/>
            <a:t>Automates the entire job search pipeline</a:t>
          </a:r>
          <a:endParaRPr lang="en-US"/>
        </a:p>
      </dgm:t>
    </dgm:pt>
    <dgm:pt modelId="{3CB3D53A-B07F-4278-AAA6-0A3DD05781E2}" type="parTrans" cxnId="{5E7779FD-DB6E-467A-A528-7E36E5B3F8A8}">
      <dgm:prSet/>
      <dgm:spPr/>
      <dgm:t>
        <a:bodyPr/>
        <a:lstStyle/>
        <a:p>
          <a:endParaRPr lang="en-US"/>
        </a:p>
      </dgm:t>
    </dgm:pt>
    <dgm:pt modelId="{91FDD7DF-BE92-4725-82F1-8DDA2AEDE044}" type="sibTrans" cxnId="{5E7779FD-DB6E-467A-A528-7E36E5B3F8A8}">
      <dgm:prSet/>
      <dgm:spPr/>
      <dgm:t>
        <a:bodyPr/>
        <a:lstStyle/>
        <a:p>
          <a:endParaRPr lang="en-US"/>
        </a:p>
      </dgm:t>
    </dgm:pt>
    <dgm:pt modelId="{5F6C59B6-84BC-4A57-86A6-EC4861558511}">
      <dgm:prSet/>
      <dgm:spPr/>
      <dgm:t>
        <a:bodyPr/>
        <a:lstStyle/>
        <a:p>
          <a:r>
            <a:rPr lang="en-IN"/>
            <a:t>Delivers personalized, actionable guidance</a:t>
          </a:r>
          <a:endParaRPr lang="en-US"/>
        </a:p>
      </dgm:t>
    </dgm:pt>
    <dgm:pt modelId="{36317C4D-2013-41EF-B805-855DFD928F6D}" type="parTrans" cxnId="{C5B16679-5164-4BD7-B8E8-520FE4A86FEB}">
      <dgm:prSet/>
      <dgm:spPr/>
      <dgm:t>
        <a:bodyPr/>
        <a:lstStyle/>
        <a:p>
          <a:endParaRPr lang="en-US"/>
        </a:p>
      </dgm:t>
    </dgm:pt>
    <dgm:pt modelId="{E278B176-2B99-4A4D-AC02-6A504E8FFB2E}" type="sibTrans" cxnId="{C5B16679-5164-4BD7-B8E8-520FE4A86FEB}">
      <dgm:prSet/>
      <dgm:spPr/>
      <dgm:t>
        <a:bodyPr/>
        <a:lstStyle/>
        <a:p>
          <a:endParaRPr lang="en-US"/>
        </a:p>
      </dgm:t>
    </dgm:pt>
    <dgm:pt modelId="{534281E1-63E8-44DF-B58C-6B5B0632574E}">
      <dgm:prSet/>
      <dgm:spPr/>
      <dgm:t>
        <a:bodyPr/>
        <a:lstStyle/>
        <a:p>
          <a:r>
            <a:rPr lang="en-IN"/>
            <a:t>Reduces time-to-application</a:t>
          </a:r>
          <a:endParaRPr lang="en-US"/>
        </a:p>
      </dgm:t>
    </dgm:pt>
    <dgm:pt modelId="{F20A511E-6F8B-4BB1-B57B-D71302C5E445}" type="parTrans" cxnId="{0292B7B7-CC8D-4705-9213-76F08921BFC0}">
      <dgm:prSet/>
      <dgm:spPr/>
      <dgm:t>
        <a:bodyPr/>
        <a:lstStyle/>
        <a:p>
          <a:endParaRPr lang="en-US"/>
        </a:p>
      </dgm:t>
    </dgm:pt>
    <dgm:pt modelId="{C6D8E11E-AFA6-4F55-8595-70808B35651B}" type="sibTrans" cxnId="{0292B7B7-CC8D-4705-9213-76F08921BFC0}">
      <dgm:prSet/>
      <dgm:spPr/>
      <dgm:t>
        <a:bodyPr/>
        <a:lstStyle/>
        <a:p>
          <a:endParaRPr lang="en-US"/>
        </a:p>
      </dgm:t>
    </dgm:pt>
    <dgm:pt modelId="{08D93C9D-B568-4977-A094-D46EF26891FE}">
      <dgm:prSet/>
      <dgm:spPr/>
      <dgm:t>
        <a:bodyPr/>
        <a:lstStyle/>
        <a:p>
          <a:r>
            <a:rPr lang="en-IN"/>
            <a:t>Enhances job readiness and portfolio strength</a:t>
          </a:r>
          <a:endParaRPr lang="en-US"/>
        </a:p>
      </dgm:t>
    </dgm:pt>
    <dgm:pt modelId="{924D0744-8621-420C-A72E-7926D370067A}" type="parTrans" cxnId="{C84096EF-D0C7-4BA9-8332-C8A88323B793}">
      <dgm:prSet/>
      <dgm:spPr/>
      <dgm:t>
        <a:bodyPr/>
        <a:lstStyle/>
        <a:p>
          <a:endParaRPr lang="en-US"/>
        </a:p>
      </dgm:t>
    </dgm:pt>
    <dgm:pt modelId="{852379BA-D62C-4A53-94F7-83DD5E425086}" type="sibTrans" cxnId="{C84096EF-D0C7-4BA9-8332-C8A88323B793}">
      <dgm:prSet/>
      <dgm:spPr/>
      <dgm:t>
        <a:bodyPr/>
        <a:lstStyle/>
        <a:p>
          <a:endParaRPr lang="en-US"/>
        </a:p>
      </dgm:t>
    </dgm:pt>
    <dgm:pt modelId="{C8D2B1DB-D9BB-4DB6-AB95-267E8E84E712}">
      <dgm:prSet/>
      <dgm:spPr/>
      <dgm:t>
        <a:bodyPr/>
        <a:lstStyle/>
        <a:p>
          <a:r>
            <a:rPr lang="en-IN"/>
            <a:t>Provides a scalable framework for career AI tools</a:t>
          </a:r>
          <a:endParaRPr lang="en-US"/>
        </a:p>
      </dgm:t>
    </dgm:pt>
    <dgm:pt modelId="{AD638681-3DDE-4D7B-8A9A-744037CA949D}" type="parTrans" cxnId="{AD85E17E-7A26-4C33-ACD8-CF66452DB422}">
      <dgm:prSet/>
      <dgm:spPr/>
      <dgm:t>
        <a:bodyPr/>
        <a:lstStyle/>
        <a:p>
          <a:endParaRPr lang="en-US"/>
        </a:p>
      </dgm:t>
    </dgm:pt>
    <dgm:pt modelId="{578F141A-B7FA-403F-BCE8-19E1C3BD1A61}" type="sibTrans" cxnId="{AD85E17E-7A26-4C33-ACD8-CF66452DB422}">
      <dgm:prSet/>
      <dgm:spPr/>
      <dgm:t>
        <a:bodyPr/>
        <a:lstStyle/>
        <a:p>
          <a:endParaRPr lang="en-US"/>
        </a:p>
      </dgm:t>
    </dgm:pt>
    <dgm:pt modelId="{5E7C9610-5CDF-2F4B-B937-FA3D4841CB8F}" type="pres">
      <dgm:prSet presAssocID="{CB9F38E3-62E2-4240-8271-DAAD45DB5BA4}" presName="vert0" presStyleCnt="0">
        <dgm:presLayoutVars>
          <dgm:dir/>
          <dgm:animOne val="branch"/>
          <dgm:animLvl val="lvl"/>
        </dgm:presLayoutVars>
      </dgm:prSet>
      <dgm:spPr/>
    </dgm:pt>
    <dgm:pt modelId="{B5243F89-9599-A543-8DBE-C64B56DE36E9}" type="pres">
      <dgm:prSet presAssocID="{049FA450-24E6-41D9-A9A2-B839104FA872}" presName="thickLine" presStyleLbl="alignNode1" presStyleIdx="0" presStyleCnt="6"/>
      <dgm:spPr/>
    </dgm:pt>
    <dgm:pt modelId="{FA8B0EC3-5642-0B4E-9418-A8C59C8DFC0A}" type="pres">
      <dgm:prSet presAssocID="{049FA450-24E6-41D9-A9A2-B839104FA872}" presName="horz1" presStyleCnt="0"/>
      <dgm:spPr/>
    </dgm:pt>
    <dgm:pt modelId="{9DA49BE5-8690-E644-8BC0-274CA82B80ED}" type="pres">
      <dgm:prSet presAssocID="{049FA450-24E6-41D9-A9A2-B839104FA872}" presName="tx1" presStyleLbl="revTx" presStyleIdx="0" presStyleCnt="6"/>
      <dgm:spPr/>
    </dgm:pt>
    <dgm:pt modelId="{D65BE57D-EB5F-6D4D-B7E6-7198B42FACAB}" type="pres">
      <dgm:prSet presAssocID="{049FA450-24E6-41D9-A9A2-B839104FA872}" presName="vert1" presStyleCnt="0"/>
      <dgm:spPr/>
    </dgm:pt>
    <dgm:pt modelId="{56690E10-5EEF-4C47-AC52-461B9852FAED}" type="pres">
      <dgm:prSet presAssocID="{FB80CC53-CEBE-4EBF-96A9-F9900E5CF032}" presName="thickLine" presStyleLbl="alignNode1" presStyleIdx="1" presStyleCnt="6"/>
      <dgm:spPr/>
    </dgm:pt>
    <dgm:pt modelId="{9C43D50B-7FC3-5049-9AD9-53A84BDFB440}" type="pres">
      <dgm:prSet presAssocID="{FB80CC53-CEBE-4EBF-96A9-F9900E5CF032}" presName="horz1" presStyleCnt="0"/>
      <dgm:spPr/>
    </dgm:pt>
    <dgm:pt modelId="{CA66487B-C842-E649-AE5C-98FC37DE1047}" type="pres">
      <dgm:prSet presAssocID="{FB80CC53-CEBE-4EBF-96A9-F9900E5CF032}" presName="tx1" presStyleLbl="revTx" presStyleIdx="1" presStyleCnt="6"/>
      <dgm:spPr/>
    </dgm:pt>
    <dgm:pt modelId="{B24DB4DC-6742-FA48-930E-F7FCA5E2A4A2}" type="pres">
      <dgm:prSet presAssocID="{FB80CC53-CEBE-4EBF-96A9-F9900E5CF032}" presName="vert1" presStyleCnt="0"/>
      <dgm:spPr/>
    </dgm:pt>
    <dgm:pt modelId="{26FC39DA-9685-D04E-A3FB-A3A711475C52}" type="pres">
      <dgm:prSet presAssocID="{5F6C59B6-84BC-4A57-86A6-EC4861558511}" presName="thickLine" presStyleLbl="alignNode1" presStyleIdx="2" presStyleCnt="6"/>
      <dgm:spPr/>
    </dgm:pt>
    <dgm:pt modelId="{E1D34394-D87C-D842-B20F-1E1117CEB677}" type="pres">
      <dgm:prSet presAssocID="{5F6C59B6-84BC-4A57-86A6-EC4861558511}" presName="horz1" presStyleCnt="0"/>
      <dgm:spPr/>
    </dgm:pt>
    <dgm:pt modelId="{11E2B00D-C6E4-8A46-8D98-9021F2CA1184}" type="pres">
      <dgm:prSet presAssocID="{5F6C59B6-84BC-4A57-86A6-EC4861558511}" presName="tx1" presStyleLbl="revTx" presStyleIdx="2" presStyleCnt="6"/>
      <dgm:spPr/>
    </dgm:pt>
    <dgm:pt modelId="{8C803217-7D5D-1247-9870-53FD143E9EEB}" type="pres">
      <dgm:prSet presAssocID="{5F6C59B6-84BC-4A57-86A6-EC4861558511}" presName="vert1" presStyleCnt="0"/>
      <dgm:spPr/>
    </dgm:pt>
    <dgm:pt modelId="{D6510DA8-D20B-3342-949C-9C9C06C6202E}" type="pres">
      <dgm:prSet presAssocID="{534281E1-63E8-44DF-B58C-6B5B0632574E}" presName="thickLine" presStyleLbl="alignNode1" presStyleIdx="3" presStyleCnt="6"/>
      <dgm:spPr/>
    </dgm:pt>
    <dgm:pt modelId="{AEE75094-27EA-814A-97AF-60CD8AA625EC}" type="pres">
      <dgm:prSet presAssocID="{534281E1-63E8-44DF-B58C-6B5B0632574E}" presName="horz1" presStyleCnt="0"/>
      <dgm:spPr/>
    </dgm:pt>
    <dgm:pt modelId="{8512BA9D-A97F-FE4A-AB0B-4D2A6290A267}" type="pres">
      <dgm:prSet presAssocID="{534281E1-63E8-44DF-B58C-6B5B0632574E}" presName="tx1" presStyleLbl="revTx" presStyleIdx="3" presStyleCnt="6"/>
      <dgm:spPr/>
    </dgm:pt>
    <dgm:pt modelId="{899AD8B1-1A1B-7447-BED6-2CAAB7471256}" type="pres">
      <dgm:prSet presAssocID="{534281E1-63E8-44DF-B58C-6B5B0632574E}" presName="vert1" presStyleCnt="0"/>
      <dgm:spPr/>
    </dgm:pt>
    <dgm:pt modelId="{90A7393D-4AE6-A142-85BB-6B50B6158485}" type="pres">
      <dgm:prSet presAssocID="{08D93C9D-B568-4977-A094-D46EF26891FE}" presName="thickLine" presStyleLbl="alignNode1" presStyleIdx="4" presStyleCnt="6"/>
      <dgm:spPr/>
    </dgm:pt>
    <dgm:pt modelId="{D409CCCF-8B60-9A4E-BD72-31C0ABE7CD17}" type="pres">
      <dgm:prSet presAssocID="{08D93C9D-B568-4977-A094-D46EF26891FE}" presName="horz1" presStyleCnt="0"/>
      <dgm:spPr/>
    </dgm:pt>
    <dgm:pt modelId="{BE7DDF88-98F5-B54B-A823-B11D17AD34AD}" type="pres">
      <dgm:prSet presAssocID="{08D93C9D-B568-4977-A094-D46EF26891FE}" presName="tx1" presStyleLbl="revTx" presStyleIdx="4" presStyleCnt="6"/>
      <dgm:spPr/>
    </dgm:pt>
    <dgm:pt modelId="{67E13963-66B1-C147-954E-FDA1E8FB61DA}" type="pres">
      <dgm:prSet presAssocID="{08D93C9D-B568-4977-A094-D46EF26891FE}" presName="vert1" presStyleCnt="0"/>
      <dgm:spPr/>
    </dgm:pt>
    <dgm:pt modelId="{01B3CF2E-F8CB-2B43-8180-3073FBCF998A}" type="pres">
      <dgm:prSet presAssocID="{C8D2B1DB-D9BB-4DB6-AB95-267E8E84E712}" presName="thickLine" presStyleLbl="alignNode1" presStyleIdx="5" presStyleCnt="6"/>
      <dgm:spPr/>
    </dgm:pt>
    <dgm:pt modelId="{307751A9-33C2-9A48-ADFC-24845447C463}" type="pres">
      <dgm:prSet presAssocID="{C8D2B1DB-D9BB-4DB6-AB95-267E8E84E712}" presName="horz1" presStyleCnt="0"/>
      <dgm:spPr/>
    </dgm:pt>
    <dgm:pt modelId="{5BF774E9-9BFB-104B-B354-91D5CB3D12CA}" type="pres">
      <dgm:prSet presAssocID="{C8D2B1DB-D9BB-4DB6-AB95-267E8E84E712}" presName="tx1" presStyleLbl="revTx" presStyleIdx="5" presStyleCnt="6"/>
      <dgm:spPr/>
    </dgm:pt>
    <dgm:pt modelId="{9F261180-3A6E-9247-9664-CE8A2F8BBB89}" type="pres">
      <dgm:prSet presAssocID="{C8D2B1DB-D9BB-4DB6-AB95-267E8E84E712}" presName="vert1" presStyleCnt="0"/>
      <dgm:spPr/>
    </dgm:pt>
  </dgm:ptLst>
  <dgm:cxnLst>
    <dgm:cxn modelId="{93628127-19DC-E948-B48D-C081E090121B}" type="presOf" srcId="{5F6C59B6-84BC-4A57-86A6-EC4861558511}" destId="{11E2B00D-C6E4-8A46-8D98-9021F2CA1184}" srcOrd="0" destOrd="0" presId="urn:microsoft.com/office/officeart/2008/layout/LinedList"/>
    <dgm:cxn modelId="{8D83232A-B6C7-9C45-961F-F36681A7B016}" type="presOf" srcId="{C8D2B1DB-D9BB-4DB6-AB95-267E8E84E712}" destId="{5BF774E9-9BFB-104B-B354-91D5CB3D12CA}" srcOrd="0" destOrd="0" presId="urn:microsoft.com/office/officeart/2008/layout/LinedList"/>
    <dgm:cxn modelId="{C5B16679-5164-4BD7-B8E8-520FE4A86FEB}" srcId="{CB9F38E3-62E2-4240-8271-DAAD45DB5BA4}" destId="{5F6C59B6-84BC-4A57-86A6-EC4861558511}" srcOrd="2" destOrd="0" parTransId="{36317C4D-2013-41EF-B805-855DFD928F6D}" sibTransId="{E278B176-2B99-4A4D-AC02-6A504E8FFB2E}"/>
    <dgm:cxn modelId="{AD85E17E-7A26-4C33-ACD8-CF66452DB422}" srcId="{CB9F38E3-62E2-4240-8271-DAAD45DB5BA4}" destId="{C8D2B1DB-D9BB-4DB6-AB95-267E8E84E712}" srcOrd="5" destOrd="0" parTransId="{AD638681-3DDE-4D7B-8A9A-744037CA949D}" sibTransId="{578F141A-B7FA-403F-BCE8-19E1C3BD1A61}"/>
    <dgm:cxn modelId="{81F6C487-3A26-E541-AE43-FF9E50E8A72C}" type="presOf" srcId="{FB80CC53-CEBE-4EBF-96A9-F9900E5CF032}" destId="{CA66487B-C842-E649-AE5C-98FC37DE1047}" srcOrd="0" destOrd="0" presId="urn:microsoft.com/office/officeart/2008/layout/LinedList"/>
    <dgm:cxn modelId="{8BC68689-FC58-AA45-8E93-1186031FB8A8}" type="presOf" srcId="{08D93C9D-B568-4977-A094-D46EF26891FE}" destId="{BE7DDF88-98F5-B54B-A823-B11D17AD34AD}" srcOrd="0" destOrd="0" presId="urn:microsoft.com/office/officeart/2008/layout/LinedList"/>
    <dgm:cxn modelId="{5BB603A3-EB47-3546-B4E7-9FF5375D7F4C}" type="presOf" srcId="{534281E1-63E8-44DF-B58C-6B5B0632574E}" destId="{8512BA9D-A97F-FE4A-AB0B-4D2A6290A267}" srcOrd="0" destOrd="0" presId="urn:microsoft.com/office/officeart/2008/layout/LinedList"/>
    <dgm:cxn modelId="{E2526EB3-AB84-5C47-A7F9-F528D2EBF3CF}" type="presOf" srcId="{CB9F38E3-62E2-4240-8271-DAAD45DB5BA4}" destId="{5E7C9610-5CDF-2F4B-B937-FA3D4841CB8F}" srcOrd="0" destOrd="0" presId="urn:microsoft.com/office/officeart/2008/layout/LinedList"/>
    <dgm:cxn modelId="{0292B7B7-CC8D-4705-9213-76F08921BFC0}" srcId="{CB9F38E3-62E2-4240-8271-DAAD45DB5BA4}" destId="{534281E1-63E8-44DF-B58C-6B5B0632574E}" srcOrd="3" destOrd="0" parTransId="{F20A511E-6F8B-4BB1-B57B-D71302C5E445}" sibTransId="{C6D8E11E-AFA6-4F55-8595-70808B35651B}"/>
    <dgm:cxn modelId="{BD9905CE-4B0A-7349-9938-FF3AACE5C1EC}" type="presOf" srcId="{049FA450-24E6-41D9-A9A2-B839104FA872}" destId="{9DA49BE5-8690-E644-8BC0-274CA82B80ED}" srcOrd="0" destOrd="0" presId="urn:microsoft.com/office/officeart/2008/layout/LinedList"/>
    <dgm:cxn modelId="{C84096EF-D0C7-4BA9-8332-C8A88323B793}" srcId="{CB9F38E3-62E2-4240-8271-DAAD45DB5BA4}" destId="{08D93C9D-B568-4977-A094-D46EF26891FE}" srcOrd="4" destOrd="0" parTransId="{924D0744-8621-420C-A72E-7926D370067A}" sibTransId="{852379BA-D62C-4A53-94F7-83DD5E425086}"/>
    <dgm:cxn modelId="{87161CFC-4D14-45D7-B5A5-421D45716320}" srcId="{CB9F38E3-62E2-4240-8271-DAAD45DB5BA4}" destId="{049FA450-24E6-41D9-A9A2-B839104FA872}" srcOrd="0" destOrd="0" parTransId="{B58C6860-A3AE-4C53-9A03-90876E28EC89}" sibTransId="{715AB76B-D525-47EE-A0A0-EB0DB029A8C1}"/>
    <dgm:cxn modelId="{5E7779FD-DB6E-467A-A528-7E36E5B3F8A8}" srcId="{CB9F38E3-62E2-4240-8271-DAAD45DB5BA4}" destId="{FB80CC53-CEBE-4EBF-96A9-F9900E5CF032}" srcOrd="1" destOrd="0" parTransId="{3CB3D53A-B07F-4278-AAA6-0A3DD05781E2}" sibTransId="{91FDD7DF-BE92-4725-82F1-8DDA2AEDE044}"/>
    <dgm:cxn modelId="{BA214542-C11A-554B-A457-CC97BB8C9081}" type="presParOf" srcId="{5E7C9610-5CDF-2F4B-B937-FA3D4841CB8F}" destId="{B5243F89-9599-A543-8DBE-C64B56DE36E9}" srcOrd="0" destOrd="0" presId="urn:microsoft.com/office/officeart/2008/layout/LinedList"/>
    <dgm:cxn modelId="{BC083621-2407-1F47-9792-33A64925E5EC}" type="presParOf" srcId="{5E7C9610-5CDF-2F4B-B937-FA3D4841CB8F}" destId="{FA8B0EC3-5642-0B4E-9418-A8C59C8DFC0A}" srcOrd="1" destOrd="0" presId="urn:microsoft.com/office/officeart/2008/layout/LinedList"/>
    <dgm:cxn modelId="{CAC9F2F2-F769-934B-9C1A-C24E92A67DE0}" type="presParOf" srcId="{FA8B0EC3-5642-0B4E-9418-A8C59C8DFC0A}" destId="{9DA49BE5-8690-E644-8BC0-274CA82B80ED}" srcOrd="0" destOrd="0" presId="urn:microsoft.com/office/officeart/2008/layout/LinedList"/>
    <dgm:cxn modelId="{F4DF396D-A93B-F747-A10C-B1FEEC30B7D3}" type="presParOf" srcId="{FA8B0EC3-5642-0B4E-9418-A8C59C8DFC0A}" destId="{D65BE57D-EB5F-6D4D-B7E6-7198B42FACAB}" srcOrd="1" destOrd="0" presId="urn:microsoft.com/office/officeart/2008/layout/LinedList"/>
    <dgm:cxn modelId="{381462DE-9FF0-AA44-9FB3-D5D3EAC4C5F7}" type="presParOf" srcId="{5E7C9610-5CDF-2F4B-B937-FA3D4841CB8F}" destId="{56690E10-5EEF-4C47-AC52-461B9852FAED}" srcOrd="2" destOrd="0" presId="urn:microsoft.com/office/officeart/2008/layout/LinedList"/>
    <dgm:cxn modelId="{7400E8FB-9B28-964D-97D0-DDC3B31BDE68}" type="presParOf" srcId="{5E7C9610-5CDF-2F4B-B937-FA3D4841CB8F}" destId="{9C43D50B-7FC3-5049-9AD9-53A84BDFB440}" srcOrd="3" destOrd="0" presId="urn:microsoft.com/office/officeart/2008/layout/LinedList"/>
    <dgm:cxn modelId="{32F7C759-2CCD-7B46-98E2-4D1A44468BA1}" type="presParOf" srcId="{9C43D50B-7FC3-5049-9AD9-53A84BDFB440}" destId="{CA66487B-C842-E649-AE5C-98FC37DE1047}" srcOrd="0" destOrd="0" presId="urn:microsoft.com/office/officeart/2008/layout/LinedList"/>
    <dgm:cxn modelId="{EC155927-C8F5-2043-AA20-1E46103D54C6}" type="presParOf" srcId="{9C43D50B-7FC3-5049-9AD9-53A84BDFB440}" destId="{B24DB4DC-6742-FA48-930E-F7FCA5E2A4A2}" srcOrd="1" destOrd="0" presId="urn:microsoft.com/office/officeart/2008/layout/LinedList"/>
    <dgm:cxn modelId="{91494541-0CD0-A84E-B1EB-57E56CD5E514}" type="presParOf" srcId="{5E7C9610-5CDF-2F4B-B937-FA3D4841CB8F}" destId="{26FC39DA-9685-D04E-A3FB-A3A711475C52}" srcOrd="4" destOrd="0" presId="urn:microsoft.com/office/officeart/2008/layout/LinedList"/>
    <dgm:cxn modelId="{BB1E3F1A-E673-5148-AA9F-98B400B335C8}" type="presParOf" srcId="{5E7C9610-5CDF-2F4B-B937-FA3D4841CB8F}" destId="{E1D34394-D87C-D842-B20F-1E1117CEB677}" srcOrd="5" destOrd="0" presId="urn:microsoft.com/office/officeart/2008/layout/LinedList"/>
    <dgm:cxn modelId="{060F73C5-E0B0-E04E-8947-77325F9E2BBC}" type="presParOf" srcId="{E1D34394-D87C-D842-B20F-1E1117CEB677}" destId="{11E2B00D-C6E4-8A46-8D98-9021F2CA1184}" srcOrd="0" destOrd="0" presId="urn:microsoft.com/office/officeart/2008/layout/LinedList"/>
    <dgm:cxn modelId="{399236B0-BAE0-684A-9790-A402C05343C2}" type="presParOf" srcId="{E1D34394-D87C-D842-B20F-1E1117CEB677}" destId="{8C803217-7D5D-1247-9870-53FD143E9EEB}" srcOrd="1" destOrd="0" presId="urn:microsoft.com/office/officeart/2008/layout/LinedList"/>
    <dgm:cxn modelId="{DE7AFB39-11BA-974C-923A-200B7CDD1350}" type="presParOf" srcId="{5E7C9610-5CDF-2F4B-B937-FA3D4841CB8F}" destId="{D6510DA8-D20B-3342-949C-9C9C06C6202E}" srcOrd="6" destOrd="0" presId="urn:microsoft.com/office/officeart/2008/layout/LinedList"/>
    <dgm:cxn modelId="{C831FB09-C66F-344C-9C92-792B00CAB4B3}" type="presParOf" srcId="{5E7C9610-5CDF-2F4B-B937-FA3D4841CB8F}" destId="{AEE75094-27EA-814A-97AF-60CD8AA625EC}" srcOrd="7" destOrd="0" presId="urn:microsoft.com/office/officeart/2008/layout/LinedList"/>
    <dgm:cxn modelId="{2B81635F-1C5A-3646-AD2D-B54AF6A5D122}" type="presParOf" srcId="{AEE75094-27EA-814A-97AF-60CD8AA625EC}" destId="{8512BA9D-A97F-FE4A-AB0B-4D2A6290A267}" srcOrd="0" destOrd="0" presId="urn:microsoft.com/office/officeart/2008/layout/LinedList"/>
    <dgm:cxn modelId="{A17EE3CE-6DCF-8B4A-BEC8-01F403A6D358}" type="presParOf" srcId="{AEE75094-27EA-814A-97AF-60CD8AA625EC}" destId="{899AD8B1-1A1B-7447-BED6-2CAAB7471256}" srcOrd="1" destOrd="0" presId="urn:microsoft.com/office/officeart/2008/layout/LinedList"/>
    <dgm:cxn modelId="{7504F4F8-942F-FB46-87E2-D3909FB0C120}" type="presParOf" srcId="{5E7C9610-5CDF-2F4B-B937-FA3D4841CB8F}" destId="{90A7393D-4AE6-A142-85BB-6B50B6158485}" srcOrd="8" destOrd="0" presId="urn:microsoft.com/office/officeart/2008/layout/LinedList"/>
    <dgm:cxn modelId="{F377AF1F-4C41-B043-95E4-9EC354E662CC}" type="presParOf" srcId="{5E7C9610-5CDF-2F4B-B937-FA3D4841CB8F}" destId="{D409CCCF-8B60-9A4E-BD72-31C0ABE7CD17}" srcOrd="9" destOrd="0" presId="urn:microsoft.com/office/officeart/2008/layout/LinedList"/>
    <dgm:cxn modelId="{BBD688A5-22C5-C44B-B188-53D71D44F3F7}" type="presParOf" srcId="{D409CCCF-8B60-9A4E-BD72-31C0ABE7CD17}" destId="{BE7DDF88-98F5-B54B-A823-B11D17AD34AD}" srcOrd="0" destOrd="0" presId="urn:microsoft.com/office/officeart/2008/layout/LinedList"/>
    <dgm:cxn modelId="{24301AAE-3F40-E647-A90B-F72A05BB824C}" type="presParOf" srcId="{D409CCCF-8B60-9A4E-BD72-31C0ABE7CD17}" destId="{67E13963-66B1-C147-954E-FDA1E8FB61DA}" srcOrd="1" destOrd="0" presId="urn:microsoft.com/office/officeart/2008/layout/LinedList"/>
    <dgm:cxn modelId="{2770D20B-6D7E-2D4F-B547-C9CB56E3E1FC}" type="presParOf" srcId="{5E7C9610-5CDF-2F4B-B937-FA3D4841CB8F}" destId="{01B3CF2E-F8CB-2B43-8180-3073FBCF998A}" srcOrd="10" destOrd="0" presId="urn:microsoft.com/office/officeart/2008/layout/LinedList"/>
    <dgm:cxn modelId="{C96F3E53-B53D-3347-AC5F-8B3016052BD4}" type="presParOf" srcId="{5E7C9610-5CDF-2F4B-B937-FA3D4841CB8F}" destId="{307751A9-33C2-9A48-ADFC-24845447C463}" srcOrd="11" destOrd="0" presId="urn:microsoft.com/office/officeart/2008/layout/LinedList"/>
    <dgm:cxn modelId="{B8CA6688-6A45-0A49-BCA3-A76202FCCA7C}" type="presParOf" srcId="{307751A9-33C2-9A48-ADFC-24845447C463}" destId="{5BF774E9-9BFB-104B-B354-91D5CB3D12CA}" srcOrd="0" destOrd="0" presId="urn:microsoft.com/office/officeart/2008/layout/LinedList"/>
    <dgm:cxn modelId="{EFD30754-AA69-044C-8A65-F85854E04345}" type="presParOf" srcId="{307751A9-33C2-9A48-ADFC-24845447C463}" destId="{9F261180-3A6E-9247-9664-CE8A2F8BBB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64ABB-8AD1-5A4C-B7D3-C1BA6D7CC4DB}">
      <dsp:nvSpPr>
        <dsp:cNvPr id="0" name=""/>
        <dsp:cNvSpPr/>
      </dsp:nvSpPr>
      <dsp:spPr>
        <a:xfrm>
          <a:off x="0" y="2446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FA27E-847A-C540-8DB6-1E8D4EDDA6CC}">
      <dsp:nvSpPr>
        <dsp:cNvPr id="0" name=""/>
        <dsp:cNvSpPr/>
      </dsp:nvSpPr>
      <dsp:spPr>
        <a:xfrm>
          <a:off x="0" y="2446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Problem Overview</a:t>
          </a:r>
          <a:endParaRPr lang="en-US" sz="2100" kern="1200"/>
        </a:p>
      </dsp:txBody>
      <dsp:txXfrm>
        <a:off x="0" y="2446"/>
        <a:ext cx="7306056" cy="455092"/>
      </dsp:txXfrm>
    </dsp:sp>
    <dsp:sp modelId="{E3D7C1AF-EF8E-D745-9461-2B718522994A}">
      <dsp:nvSpPr>
        <dsp:cNvPr id="0" name=""/>
        <dsp:cNvSpPr/>
      </dsp:nvSpPr>
      <dsp:spPr>
        <a:xfrm>
          <a:off x="0" y="457539"/>
          <a:ext cx="7306056" cy="0"/>
        </a:xfrm>
        <a:prstGeom prst="line">
          <a:avLst/>
        </a:prstGeom>
        <a:solidFill>
          <a:schemeClr val="accent2">
            <a:hueOff val="-1036901"/>
            <a:satOff val="-2041"/>
            <a:lumOff val="1274"/>
            <a:alphaOff val="0"/>
          </a:schemeClr>
        </a:solidFill>
        <a:ln w="19050" cap="flat" cmpd="sng" algn="ctr">
          <a:solidFill>
            <a:schemeClr val="accent2">
              <a:hueOff val="-1036901"/>
              <a:satOff val="-2041"/>
              <a:lumOff val="1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4BCAA-F28A-7240-B600-8B2C563A3FDF}">
      <dsp:nvSpPr>
        <dsp:cNvPr id="0" name=""/>
        <dsp:cNvSpPr/>
      </dsp:nvSpPr>
      <dsp:spPr>
        <a:xfrm>
          <a:off x="0" y="457539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Project Goals</a:t>
          </a:r>
          <a:endParaRPr lang="en-US" sz="2100" kern="1200"/>
        </a:p>
      </dsp:txBody>
      <dsp:txXfrm>
        <a:off x="0" y="457539"/>
        <a:ext cx="7306056" cy="455092"/>
      </dsp:txXfrm>
    </dsp:sp>
    <dsp:sp modelId="{40C3C460-B5A1-2944-AD5E-FBAFC0B50338}">
      <dsp:nvSpPr>
        <dsp:cNvPr id="0" name=""/>
        <dsp:cNvSpPr/>
      </dsp:nvSpPr>
      <dsp:spPr>
        <a:xfrm>
          <a:off x="0" y="912631"/>
          <a:ext cx="7306056" cy="0"/>
        </a:xfrm>
        <a:prstGeom prst="line">
          <a:avLst/>
        </a:prstGeom>
        <a:solidFill>
          <a:schemeClr val="accent2">
            <a:hueOff val="-2073801"/>
            <a:satOff val="-4082"/>
            <a:lumOff val="2549"/>
            <a:alphaOff val="0"/>
          </a:schemeClr>
        </a:solidFill>
        <a:ln w="19050" cap="flat" cmpd="sng" algn="ctr">
          <a:solidFill>
            <a:schemeClr val="accent2">
              <a:hueOff val="-2073801"/>
              <a:satOff val="-4082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AEEF4-7519-D848-91A4-3E16254444E7}">
      <dsp:nvSpPr>
        <dsp:cNvPr id="0" name=""/>
        <dsp:cNvSpPr/>
      </dsp:nvSpPr>
      <dsp:spPr>
        <a:xfrm>
          <a:off x="0" y="912631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System Architecture</a:t>
          </a:r>
          <a:endParaRPr lang="en-US" sz="2100" kern="1200"/>
        </a:p>
      </dsp:txBody>
      <dsp:txXfrm>
        <a:off x="0" y="912631"/>
        <a:ext cx="7306056" cy="455092"/>
      </dsp:txXfrm>
    </dsp:sp>
    <dsp:sp modelId="{EA08E3CF-6045-0F47-A625-C95A268D2001}">
      <dsp:nvSpPr>
        <dsp:cNvPr id="0" name=""/>
        <dsp:cNvSpPr/>
      </dsp:nvSpPr>
      <dsp:spPr>
        <a:xfrm>
          <a:off x="0" y="1367724"/>
          <a:ext cx="7306056" cy="0"/>
        </a:xfrm>
        <a:prstGeom prst="line">
          <a:avLst/>
        </a:prstGeom>
        <a:solidFill>
          <a:schemeClr val="accent2">
            <a:hueOff val="-3110702"/>
            <a:satOff val="-6122"/>
            <a:lumOff val="3823"/>
            <a:alphaOff val="0"/>
          </a:schemeClr>
        </a:solidFill>
        <a:ln w="19050" cap="flat" cmpd="sng" algn="ctr">
          <a:solidFill>
            <a:schemeClr val="accent2">
              <a:hueOff val="-3110702"/>
              <a:satOff val="-6122"/>
              <a:lumOff val="3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5D582-D61D-5345-B191-EA2E0D25A2DF}">
      <dsp:nvSpPr>
        <dsp:cNvPr id="0" name=""/>
        <dsp:cNvSpPr/>
      </dsp:nvSpPr>
      <dsp:spPr>
        <a:xfrm>
          <a:off x="0" y="1367724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Five AI Agents</a:t>
          </a:r>
          <a:endParaRPr lang="en-US" sz="2100" kern="1200"/>
        </a:p>
      </dsp:txBody>
      <dsp:txXfrm>
        <a:off x="0" y="1367724"/>
        <a:ext cx="7306056" cy="455092"/>
      </dsp:txXfrm>
    </dsp:sp>
    <dsp:sp modelId="{0484F2A8-5500-E24B-A7F0-FB126476E6FB}">
      <dsp:nvSpPr>
        <dsp:cNvPr id="0" name=""/>
        <dsp:cNvSpPr/>
      </dsp:nvSpPr>
      <dsp:spPr>
        <a:xfrm>
          <a:off x="0" y="1822817"/>
          <a:ext cx="7306056" cy="0"/>
        </a:xfrm>
        <a:prstGeom prst="line">
          <a:avLst/>
        </a:prstGeom>
        <a:solidFill>
          <a:schemeClr val="accent2">
            <a:hueOff val="-4147603"/>
            <a:satOff val="-8163"/>
            <a:lumOff val="5098"/>
            <a:alphaOff val="0"/>
          </a:schemeClr>
        </a:solidFill>
        <a:ln w="19050" cap="flat" cmpd="sng" algn="ctr">
          <a:solidFill>
            <a:schemeClr val="accent2">
              <a:hueOff val="-4147603"/>
              <a:satOff val="-8163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CA244-6C82-1949-AF6D-8967DC0520C2}">
      <dsp:nvSpPr>
        <dsp:cNvPr id="0" name=""/>
        <dsp:cNvSpPr/>
      </dsp:nvSpPr>
      <dsp:spPr>
        <a:xfrm>
          <a:off x="0" y="1822817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Workflow &amp; Demo</a:t>
          </a:r>
          <a:endParaRPr lang="en-US" sz="2100" kern="1200"/>
        </a:p>
      </dsp:txBody>
      <dsp:txXfrm>
        <a:off x="0" y="1822817"/>
        <a:ext cx="7306056" cy="455092"/>
      </dsp:txXfrm>
    </dsp:sp>
    <dsp:sp modelId="{D5D9B870-46E3-C54E-A1CA-571165BBE520}">
      <dsp:nvSpPr>
        <dsp:cNvPr id="0" name=""/>
        <dsp:cNvSpPr/>
      </dsp:nvSpPr>
      <dsp:spPr>
        <a:xfrm>
          <a:off x="0" y="2277909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2444C-76AE-A049-B673-D2F0AA11A959}">
      <dsp:nvSpPr>
        <dsp:cNvPr id="0" name=""/>
        <dsp:cNvSpPr/>
      </dsp:nvSpPr>
      <dsp:spPr>
        <a:xfrm>
          <a:off x="0" y="2277909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Technical Design</a:t>
          </a:r>
          <a:endParaRPr lang="en-US" sz="2100" kern="1200"/>
        </a:p>
      </dsp:txBody>
      <dsp:txXfrm>
        <a:off x="0" y="2277909"/>
        <a:ext cx="7306056" cy="455092"/>
      </dsp:txXfrm>
    </dsp:sp>
    <dsp:sp modelId="{72873354-E660-374B-8F80-F6D2E6C80F25}">
      <dsp:nvSpPr>
        <dsp:cNvPr id="0" name=""/>
        <dsp:cNvSpPr/>
      </dsp:nvSpPr>
      <dsp:spPr>
        <a:xfrm>
          <a:off x="0" y="2733002"/>
          <a:ext cx="7306056" cy="0"/>
        </a:xfrm>
        <a:prstGeom prst="line">
          <a:avLst/>
        </a:prstGeom>
        <a:solidFill>
          <a:schemeClr val="accent2">
            <a:hueOff val="-6221405"/>
            <a:satOff val="-12245"/>
            <a:lumOff val="7647"/>
            <a:alphaOff val="0"/>
          </a:schemeClr>
        </a:solidFill>
        <a:ln w="19050" cap="flat" cmpd="sng" algn="ctr">
          <a:solidFill>
            <a:schemeClr val="accent2">
              <a:hueOff val="-6221405"/>
              <a:satOff val="-12245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40EC7-9365-1B40-A41E-78359A78DB17}">
      <dsp:nvSpPr>
        <dsp:cNvPr id="0" name=""/>
        <dsp:cNvSpPr/>
      </dsp:nvSpPr>
      <dsp:spPr>
        <a:xfrm>
          <a:off x="0" y="2733002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Key Results</a:t>
          </a:r>
          <a:endParaRPr lang="en-US" sz="2100" kern="1200"/>
        </a:p>
      </dsp:txBody>
      <dsp:txXfrm>
        <a:off x="0" y="2733002"/>
        <a:ext cx="7306056" cy="455092"/>
      </dsp:txXfrm>
    </dsp:sp>
    <dsp:sp modelId="{36AA6898-DBB7-0149-A97A-4AE3266CB5FF}">
      <dsp:nvSpPr>
        <dsp:cNvPr id="0" name=""/>
        <dsp:cNvSpPr/>
      </dsp:nvSpPr>
      <dsp:spPr>
        <a:xfrm>
          <a:off x="0" y="3188094"/>
          <a:ext cx="7306056" cy="0"/>
        </a:xfrm>
        <a:prstGeom prst="line">
          <a:avLst/>
        </a:prstGeom>
        <a:solidFill>
          <a:schemeClr val="accent2">
            <a:hueOff val="-7258305"/>
            <a:satOff val="-14286"/>
            <a:lumOff val="8921"/>
            <a:alphaOff val="0"/>
          </a:schemeClr>
        </a:solidFill>
        <a:ln w="19050" cap="flat" cmpd="sng" algn="ctr">
          <a:solidFill>
            <a:schemeClr val="accent2">
              <a:hueOff val="-7258305"/>
              <a:satOff val="-14286"/>
              <a:lumOff val="8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11B51-0E59-6643-A2A3-5171ABE68A5C}">
      <dsp:nvSpPr>
        <dsp:cNvPr id="0" name=""/>
        <dsp:cNvSpPr/>
      </dsp:nvSpPr>
      <dsp:spPr>
        <a:xfrm>
          <a:off x="0" y="3188094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Impact</a:t>
          </a:r>
          <a:endParaRPr lang="en-US" sz="2100" kern="1200"/>
        </a:p>
      </dsp:txBody>
      <dsp:txXfrm>
        <a:off x="0" y="3188094"/>
        <a:ext cx="7306056" cy="455092"/>
      </dsp:txXfrm>
    </dsp:sp>
    <dsp:sp modelId="{421C303F-38CB-A448-8658-473DF580ED40}">
      <dsp:nvSpPr>
        <dsp:cNvPr id="0" name=""/>
        <dsp:cNvSpPr/>
      </dsp:nvSpPr>
      <dsp:spPr>
        <a:xfrm>
          <a:off x="0" y="3643187"/>
          <a:ext cx="7306056" cy="0"/>
        </a:xfrm>
        <a:prstGeom prst="line">
          <a:avLst/>
        </a:prstGeom>
        <a:solidFill>
          <a:schemeClr val="accent2">
            <a:hueOff val="-8295206"/>
            <a:satOff val="-16326"/>
            <a:lumOff val="10196"/>
            <a:alphaOff val="0"/>
          </a:schemeClr>
        </a:solidFill>
        <a:ln w="19050" cap="flat" cmpd="sng" algn="ctr">
          <a:solidFill>
            <a:schemeClr val="accent2">
              <a:hueOff val="-8295206"/>
              <a:satOff val="-16326"/>
              <a:lumOff val="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8963A-BB0A-D04B-B0F5-9716E9E980EB}">
      <dsp:nvSpPr>
        <dsp:cNvPr id="0" name=""/>
        <dsp:cNvSpPr/>
      </dsp:nvSpPr>
      <dsp:spPr>
        <a:xfrm>
          <a:off x="0" y="3643187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Challenges</a:t>
          </a:r>
          <a:endParaRPr lang="en-US" sz="2100" kern="1200"/>
        </a:p>
      </dsp:txBody>
      <dsp:txXfrm>
        <a:off x="0" y="3643187"/>
        <a:ext cx="7306056" cy="455092"/>
      </dsp:txXfrm>
    </dsp:sp>
    <dsp:sp modelId="{13500AFD-3DB5-2444-BA32-46CEAECE30C5}">
      <dsp:nvSpPr>
        <dsp:cNvPr id="0" name=""/>
        <dsp:cNvSpPr/>
      </dsp:nvSpPr>
      <dsp:spPr>
        <a:xfrm>
          <a:off x="0" y="4098280"/>
          <a:ext cx="7306056" cy="0"/>
        </a:xfrm>
        <a:prstGeom prst="line">
          <a:avLst/>
        </a:prstGeom>
        <a:solidFill>
          <a:schemeClr val="accent2">
            <a:hueOff val="-9332107"/>
            <a:satOff val="-18367"/>
            <a:lumOff val="11470"/>
            <a:alphaOff val="0"/>
          </a:schemeClr>
        </a:solidFill>
        <a:ln w="19050" cap="flat" cmpd="sng" algn="ctr">
          <a:solidFill>
            <a:schemeClr val="accent2">
              <a:hueOff val="-9332107"/>
              <a:satOff val="-18367"/>
              <a:lumOff val="114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7D76A-A650-A944-9572-742CDFC6998A}">
      <dsp:nvSpPr>
        <dsp:cNvPr id="0" name=""/>
        <dsp:cNvSpPr/>
      </dsp:nvSpPr>
      <dsp:spPr>
        <a:xfrm>
          <a:off x="0" y="4098280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Future Enhancements</a:t>
          </a:r>
          <a:endParaRPr lang="en-US" sz="2100" kern="1200"/>
        </a:p>
      </dsp:txBody>
      <dsp:txXfrm>
        <a:off x="0" y="4098280"/>
        <a:ext cx="7306056" cy="455092"/>
      </dsp:txXfrm>
    </dsp:sp>
    <dsp:sp modelId="{EA3FE5A0-13C5-D442-B43B-DB611D512F50}">
      <dsp:nvSpPr>
        <dsp:cNvPr id="0" name=""/>
        <dsp:cNvSpPr/>
      </dsp:nvSpPr>
      <dsp:spPr>
        <a:xfrm>
          <a:off x="0" y="455337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D1892-375C-A240-A9ED-076691B3D572}">
      <dsp:nvSpPr>
        <dsp:cNvPr id="0" name=""/>
        <dsp:cNvSpPr/>
      </dsp:nvSpPr>
      <dsp:spPr>
        <a:xfrm>
          <a:off x="0" y="4553372"/>
          <a:ext cx="7306056" cy="455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Conclusion</a:t>
          </a:r>
          <a:endParaRPr lang="en-US" sz="2100" kern="1200"/>
        </a:p>
      </dsp:txBody>
      <dsp:txXfrm>
        <a:off x="0" y="4553372"/>
        <a:ext cx="7306056" cy="455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D0273-98D7-324A-9E60-BA16A769953B}">
      <dsp:nvSpPr>
        <dsp:cNvPr id="0" name=""/>
        <dsp:cNvSpPr/>
      </dsp:nvSpPr>
      <dsp:spPr>
        <a:xfrm>
          <a:off x="0" y="2424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79BA7-05C6-614F-BAF9-AAE00F97F5FF}">
      <dsp:nvSpPr>
        <dsp:cNvPr id="0" name=""/>
        <dsp:cNvSpPr/>
      </dsp:nvSpPr>
      <dsp:spPr>
        <a:xfrm>
          <a:off x="0" y="2424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The job search process is broken:</a:t>
          </a:r>
          <a:endParaRPr lang="en-US" sz="2800" kern="1200" dirty="0"/>
        </a:p>
      </dsp:txBody>
      <dsp:txXfrm>
        <a:off x="0" y="2424"/>
        <a:ext cx="6620255" cy="826723"/>
      </dsp:txXfrm>
    </dsp:sp>
    <dsp:sp modelId="{D4027B26-3808-864F-9804-E05138A8938C}">
      <dsp:nvSpPr>
        <dsp:cNvPr id="0" name=""/>
        <dsp:cNvSpPr/>
      </dsp:nvSpPr>
      <dsp:spPr>
        <a:xfrm>
          <a:off x="0" y="829148"/>
          <a:ext cx="662025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0D77F-3965-1249-AAEA-2145935B8B49}">
      <dsp:nvSpPr>
        <dsp:cNvPr id="0" name=""/>
        <dsp:cNvSpPr/>
      </dsp:nvSpPr>
      <dsp:spPr>
        <a:xfrm>
          <a:off x="0" y="829148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Resumes get rejected by ATS filters</a:t>
          </a:r>
          <a:endParaRPr lang="en-US" sz="2800" kern="1200" dirty="0"/>
        </a:p>
      </dsp:txBody>
      <dsp:txXfrm>
        <a:off x="0" y="829148"/>
        <a:ext cx="6620255" cy="826723"/>
      </dsp:txXfrm>
    </dsp:sp>
    <dsp:sp modelId="{89862286-E7A8-854A-BCB5-7AF41095DAD7}">
      <dsp:nvSpPr>
        <dsp:cNvPr id="0" name=""/>
        <dsp:cNvSpPr/>
      </dsp:nvSpPr>
      <dsp:spPr>
        <a:xfrm>
          <a:off x="0" y="1655872"/>
          <a:ext cx="662025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1EB0C-3C5E-B040-8A46-FF6F4A741CDB}">
      <dsp:nvSpPr>
        <dsp:cNvPr id="0" name=""/>
        <dsp:cNvSpPr/>
      </dsp:nvSpPr>
      <dsp:spPr>
        <a:xfrm>
          <a:off x="0" y="1655872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Job seekers struggle to find the right roles</a:t>
          </a:r>
          <a:endParaRPr lang="en-US" sz="2800" kern="1200" dirty="0"/>
        </a:p>
      </dsp:txBody>
      <dsp:txXfrm>
        <a:off x="0" y="1655872"/>
        <a:ext cx="6620255" cy="826723"/>
      </dsp:txXfrm>
    </dsp:sp>
    <dsp:sp modelId="{A3D5F0DA-EF84-5F46-B515-1E8E7424993C}">
      <dsp:nvSpPr>
        <dsp:cNvPr id="0" name=""/>
        <dsp:cNvSpPr/>
      </dsp:nvSpPr>
      <dsp:spPr>
        <a:xfrm>
          <a:off x="0" y="2482596"/>
          <a:ext cx="66202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3D113-F446-ED45-B6BF-8BC1E67B6C9B}">
      <dsp:nvSpPr>
        <dsp:cNvPr id="0" name=""/>
        <dsp:cNvSpPr/>
      </dsp:nvSpPr>
      <dsp:spPr>
        <a:xfrm>
          <a:off x="0" y="2482596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Tailoring resumes takes time</a:t>
          </a:r>
          <a:endParaRPr lang="en-US" sz="2800" kern="1200" dirty="0"/>
        </a:p>
      </dsp:txBody>
      <dsp:txXfrm>
        <a:off x="0" y="2482596"/>
        <a:ext cx="6620255" cy="826723"/>
      </dsp:txXfrm>
    </dsp:sp>
    <dsp:sp modelId="{C79F7424-04CD-1F4E-851F-3FE6ED120444}">
      <dsp:nvSpPr>
        <dsp:cNvPr id="0" name=""/>
        <dsp:cNvSpPr/>
      </dsp:nvSpPr>
      <dsp:spPr>
        <a:xfrm>
          <a:off x="0" y="3309319"/>
          <a:ext cx="662025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0A47E-C91E-4347-BA38-2C3F274DAFD2}">
      <dsp:nvSpPr>
        <dsp:cNvPr id="0" name=""/>
        <dsp:cNvSpPr/>
      </dsp:nvSpPr>
      <dsp:spPr>
        <a:xfrm>
          <a:off x="0" y="3309319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Interview preparation is inconsistent</a:t>
          </a:r>
          <a:endParaRPr lang="en-US" sz="2800" kern="1200" dirty="0"/>
        </a:p>
      </dsp:txBody>
      <dsp:txXfrm>
        <a:off x="0" y="3309319"/>
        <a:ext cx="6620255" cy="826723"/>
      </dsp:txXfrm>
    </dsp:sp>
    <dsp:sp modelId="{EB4A0F63-66C6-FF4B-A551-54EF55A7DAC8}">
      <dsp:nvSpPr>
        <dsp:cNvPr id="0" name=""/>
        <dsp:cNvSpPr/>
      </dsp:nvSpPr>
      <dsp:spPr>
        <a:xfrm>
          <a:off x="0" y="4136043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6B26B-AA74-6A48-B9B3-5CBBEB4465E7}">
      <dsp:nvSpPr>
        <dsp:cNvPr id="0" name=""/>
        <dsp:cNvSpPr/>
      </dsp:nvSpPr>
      <dsp:spPr>
        <a:xfrm>
          <a:off x="0" y="4136043"/>
          <a:ext cx="6620255" cy="82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Students lack strong project portfolios</a:t>
          </a:r>
          <a:endParaRPr lang="en-US" sz="2800" kern="1200" dirty="0"/>
        </a:p>
      </dsp:txBody>
      <dsp:txXfrm>
        <a:off x="0" y="4136043"/>
        <a:ext cx="6620255" cy="826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A396E-4E9D-47B6-90BC-58338B1382FE}">
      <dsp:nvSpPr>
        <dsp:cNvPr id="0" name=""/>
        <dsp:cNvSpPr/>
      </dsp:nvSpPr>
      <dsp:spPr>
        <a:xfrm>
          <a:off x="8339" y="206065"/>
          <a:ext cx="965023" cy="9650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6F159-73CC-4099-8870-348775DB5297}">
      <dsp:nvSpPr>
        <dsp:cNvPr id="0" name=""/>
        <dsp:cNvSpPr/>
      </dsp:nvSpPr>
      <dsp:spPr>
        <a:xfrm>
          <a:off x="210994" y="408720"/>
          <a:ext cx="559713" cy="5597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DA9AC-BA5A-41A5-AF31-F48E2E87CDC0}">
      <dsp:nvSpPr>
        <dsp:cNvPr id="0" name=""/>
        <dsp:cNvSpPr/>
      </dsp:nvSpPr>
      <dsp:spPr>
        <a:xfrm>
          <a:off x="1180154" y="206065"/>
          <a:ext cx="2274699" cy="96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Why we built this:</a:t>
          </a:r>
          <a:endParaRPr lang="en-US" sz="1900" kern="1200"/>
        </a:p>
      </dsp:txBody>
      <dsp:txXfrm>
        <a:off x="1180154" y="206065"/>
        <a:ext cx="2274699" cy="965023"/>
      </dsp:txXfrm>
    </dsp:sp>
    <dsp:sp modelId="{63A1365E-3814-4827-8E13-B31265142F52}">
      <dsp:nvSpPr>
        <dsp:cNvPr id="0" name=""/>
        <dsp:cNvSpPr/>
      </dsp:nvSpPr>
      <dsp:spPr>
        <a:xfrm>
          <a:off x="3851202" y="206065"/>
          <a:ext cx="965023" cy="96502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7C28F-EB5C-487B-ADD6-98129DE783D9}">
      <dsp:nvSpPr>
        <dsp:cNvPr id="0" name=""/>
        <dsp:cNvSpPr/>
      </dsp:nvSpPr>
      <dsp:spPr>
        <a:xfrm>
          <a:off x="4053857" y="408720"/>
          <a:ext cx="559713" cy="5597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BAF9C-48FD-4B5C-BA16-2B6E52E64B54}">
      <dsp:nvSpPr>
        <dsp:cNvPr id="0" name=""/>
        <dsp:cNvSpPr/>
      </dsp:nvSpPr>
      <dsp:spPr>
        <a:xfrm>
          <a:off x="5023017" y="206065"/>
          <a:ext cx="2274699" cy="96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 automate and simplify the entire career pipeline</a:t>
          </a:r>
          <a:endParaRPr lang="en-US" sz="1900" kern="1200"/>
        </a:p>
      </dsp:txBody>
      <dsp:txXfrm>
        <a:off x="5023017" y="206065"/>
        <a:ext cx="2274699" cy="965023"/>
      </dsp:txXfrm>
    </dsp:sp>
    <dsp:sp modelId="{F18F2805-BA63-4F65-B6BA-4FEB9C687431}">
      <dsp:nvSpPr>
        <dsp:cNvPr id="0" name=""/>
        <dsp:cNvSpPr/>
      </dsp:nvSpPr>
      <dsp:spPr>
        <a:xfrm>
          <a:off x="8339" y="2022944"/>
          <a:ext cx="965023" cy="9650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1C8A1-FEDB-4DEB-AE42-960DEAD75FBA}">
      <dsp:nvSpPr>
        <dsp:cNvPr id="0" name=""/>
        <dsp:cNvSpPr/>
      </dsp:nvSpPr>
      <dsp:spPr>
        <a:xfrm>
          <a:off x="210994" y="2225599"/>
          <a:ext cx="559713" cy="5597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D3F76-5D00-422E-B1A1-DA1995F7CF11}">
      <dsp:nvSpPr>
        <dsp:cNvPr id="0" name=""/>
        <dsp:cNvSpPr/>
      </dsp:nvSpPr>
      <dsp:spPr>
        <a:xfrm>
          <a:off x="1180154" y="2022944"/>
          <a:ext cx="2274699" cy="96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 help job seekers transition faster</a:t>
          </a:r>
          <a:endParaRPr lang="en-US" sz="1900" kern="1200"/>
        </a:p>
      </dsp:txBody>
      <dsp:txXfrm>
        <a:off x="1180154" y="2022944"/>
        <a:ext cx="2274699" cy="965023"/>
      </dsp:txXfrm>
    </dsp:sp>
    <dsp:sp modelId="{589F0078-BAC2-4517-9842-269C5D5BE79F}">
      <dsp:nvSpPr>
        <dsp:cNvPr id="0" name=""/>
        <dsp:cNvSpPr/>
      </dsp:nvSpPr>
      <dsp:spPr>
        <a:xfrm>
          <a:off x="3851202" y="2022944"/>
          <a:ext cx="965023" cy="9650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FDF7E-D66A-48D5-B714-9EADD3AA3C51}">
      <dsp:nvSpPr>
        <dsp:cNvPr id="0" name=""/>
        <dsp:cNvSpPr/>
      </dsp:nvSpPr>
      <dsp:spPr>
        <a:xfrm>
          <a:off x="4053857" y="2225599"/>
          <a:ext cx="559713" cy="5597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5D39C-C8EE-436F-9D31-EA0DB3665B50}">
      <dsp:nvSpPr>
        <dsp:cNvPr id="0" name=""/>
        <dsp:cNvSpPr/>
      </dsp:nvSpPr>
      <dsp:spPr>
        <a:xfrm>
          <a:off x="5023017" y="2022944"/>
          <a:ext cx="2274699" cy="96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 offer an AI-driven, structured guidance system</a:t>
          </a:r>
          <a:endParaRPr lang="en-US" sz="1900" kern="1200"/>
        </a:p>
      </dsp:txBody>
      <dsp:txXfrm>
        <a:off x="5023017" y="2022944"/>
        <a:ext cx="2274699" cy="965023"/>
      </dsp:txXfrm>
    </dsp:sp>
    <dsp:sp modelId="{15438941-1F36-453B-A728-1FEFB947F04B}">
      <dsp:nvSpPr>
        <dsp:cNvPr id="0" name=""/>
        <dsp:cNvSpPr/>
      </dsp:nvSpPr>
      <dsp:spPr>
        <a:xfrm>
          <a:off x="8339" y="3839823"/>
          <a:ext cx="965023" cy="96502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68487-3A0B-4691-936B-B43D7463F363}">
      <dsp:nvSpPr>
        <dsp:cNvPr id="0" name=""/>
        <dsp:cNvSpPr/>
      </dsp:nvSpPr>
      <dsp:spPr>
        <a:xfrm>
          <a:off x="210994" y="4042478"/>
          <a:ext cx="559713" cy="5597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B5C298-ECE2-4497-BF51-97B5FD51AF5A}">
      <dsp:nvSpPr>
        <dsp:cNvPr id="0" name=""/>
        <dsp:cNvSpPr/>
      </dsp:nvSpPr>
      <dsp:spPr>
        <a:xfrm>
          <a:off x="1180154" y="3839823"/>
          <a:ext cx="2274699" cy="96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 move from </a:t>
          </a:r>
          <a:r>
            <a:rPr lang="en-IN" sz="1900" i="1" kern="1200"/>
            <a:t>manual</a:t>
          </a:r>
          <a:r>
            <a:rPr lang="en-IN" sz="1900" kern="1200"/>
            <a:t> to </a:t>
          </a:r>
          <a:r>
            <a:rPr lang="en-IN" sz="1900" i="1" kern="1200"/>
            <a:t>smart automated</a:t>
          </a:r>
          <a:r>
            <a:rPr lang="en-IN" sz="1900" kern="1200"/>
            <a:t> workflows</a:t>
          </a:r>
          <a:endParaRPr lang="en-US" sz="1900" kern="1200"/>
        </a:p>
      </dsp:txBody>
      <dsp:txXfrm>
        <a:off x="1180154" y="3839823"/>
        <a:ext cx="2274699" cy="9650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CF8C7A-CB0B-49FC-BA56-101F47789242}">
      <dsp:nvSpPr>
        <dsp:cNvPr id="0" name=""/>
        <dsp:cNvSpPr/>
      </dsp:nvSpPr>
      <dsp:spPr>
        <a:xfrm>
          <a:off x="0" y="222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1C7FC-7C40-4C90-98EC-748F5D04CBA5}">
      <dsp:nvSpPr>
        <dsp:cNvPr id="0" name=""/>
        <dsp:cNvSpPr/>
      </dsp:nvSpPr>
      <dsp:spPr>
        <a:xfrm>
          <a:off x="341543" y="256268"/>
          <a:ext cx="620987" cy="620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57CAE-1FDF-4296-904E-4191F0084E06}">
      <dsp:nvSpPr>
        <dsp:cNvPr id="0" name=""/>
        <dsp:cNvSpPr/>
      </dsp:nvSpPr>
      <dsp:spPr>
        <a:xfrm>
          <a:off x="1304073" y="2227"/>
          <a:ext cx="2769260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</a:t>
          </a:r>
        </a:p>
      </dsp:txBody>
      <dsp:txXfrm>
        <a:off x="1304073" y="2227"/>
        <a:ext cx="2769260" cy="1129067"/>
      </dsp:txXfrm>
    </dsp:sp>
    <dsp:sp modelId="{BB11156C-6871-4618-893D-972D9CBC1B45}">
      <dsp:nvSpPr>
        <dsp:cNvPr id="0" name=""/>
        <dsp:cNvSpPr/>
      </dsp:nvSpPr>
      <dsp:spPr>
        <a:xfrm>
          <a:off x="4073333" y="2227"/>
          <a:ext cx="208057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Build a modular multi-agent AI system</a:t>
          </a:r>
        </a:p>
      </dsp:txBody>
      <dsp:txXfrm>
        <a:off x="4073333" y="2227"/>
        <a:ext cx="2080578" cy="1129067"/>
      </dsp:txXfrm>
    </dsp:sp>
    <dsp:sp modelId="{4204D980-17C0-4949-B0BA-817E720D0E1D}">
      <dsp:nvSpPr>
        <dsp:cNvPr id="0" name=""/>
        <dsp:cNvSpPr/>
      </dsp:nvSpPr>
      <dsp:spPr>
        <a:xfrm>
          <a:off x="0" y="141356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57CE4-8F57-4459-95A7-859DCFBA367E}">
      <dsp:nvSpPr>
        <dsp:cNvPr id="0" name=""/>
        <dsp:cNvSpPr/>
      </dsp:nvSpPr>
      <dsp:spPr>
        <a:xfrm>
          <a:off x="341543" y="1667602"/>
          <a:ext cx="620987" cy="620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2CCB0-AD0E-4265-8B47-A50F9577EC4A}">
      <dsp:nvSpPr>
        <dsp:cNvPr id="0" name=""/>
        <dsp:cNvSpPr/>
      </dsp:nvSpPr>
      <dsp:spPr>
        <a:xfrm>
          <a:off x="1304073" y="1413562"/>
          <a:ext cx="2769260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</a:t>
          </a:r>
        </a:p>
      </dsp:txBody>
      <dsp:txXfrm>
        <a:off x="1304073" y="1413562"/>
        <a:ext cx="2769260" cy="1129067"/>
      </dsp:txXfrm>
    </dsp:sp>
    <dsp:sp modelId="{A3185B17-D2CE-4CE4-A760-FC2C1C24130E}">
      <dsp:nvSpPr>
        <dsp:cNvPr id="0" name=""/>
        <dsp:cNvSpPr/>
      </dsp:nvSpPr>
      <dsp:spPr>
        <a:xfrm>
          <a:off x="4073333" y="1413562"/>
          <a:ext cx="208057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Automate resume → job search → interview → portfolio steps</a:t>
          </a:r>
          <a:br>
            <a:rPr lang="en-US" sz="1300" kern="1200" dirty="0"/>
          </a:br>
          <a:endParaRPr lang="en-US" sz="1300" kern="1200" dirty="0"/>
        </a:p>
      </dsp:txBody>
      <dsp:txXfrm>
        <a:off x="4073333" y="1413562"/>
        <a:ext cx="2080578" cy="1129067"/>
      </dsp:txXfrm>
    </dsp:sp>
    <dsp:sp modelId="{FF785720-F809-4C4E-9D61-6495A8BE8706}">
      <dsp:nvSpPr>
        <dsp:cNvPr id="0" name=""/>
        <dsp:cNvSpPr/>
      </dsp:nvSpPr>
      <dsp:spPr>
        <a:xfrm>
          <a:off x="0" y="2824897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9C25A-5300-4539-A5D8-DAD59A2AF286}">
      <dsp:nvSpPr>
        <dsp:cNvPr id="0" name=""/>
        <dsp:cNvSpPr/>
      </dsp:nvSpPr>
      <dsp:spPr>
        <a:xfrm>
          <a:off x="341543" y="3078937"/>
          <a:ext cx="620987" cy="620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FC440-2F29-45EE-8D5E-35B6459127D5}">
      <dsp:nvSpPr>
        <dsp:cNvPr id="0" name=""/>
        <dsp:cNvSpPr/>
      </dsp:nvSpPr>
      <dsp:spPr>
        <a:xfrm>
          <a:off x="1304073" y="2824897"/>
          <a:ext cx="2769260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</a:t>
          </a:r>
        </a:p>
      </dsp:txBody>
      <dsp:txXfrm>
        <a:off x="1304073" y="2824897"/>
        <a:ext cx="2769260" cy="1129067"/>
      </dsp:txXfrm>
    </dsp:sp>
    <dsp:sp modelId="{5BC607DA-F08C-4435-9D98-5DA99309A0E8}">
      <dsp:nvSpPr>
        <dsp:cNvPr id="0" name=""/>
        <dsp:cNvSpPr/>
      </dsp:nvSpPr>
      <dsp:spPr>
        <a:xfrm>
          <a:off x="4073333" y="2824897"/>
          <a:ext cx="208057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Ensure accuracy, personalization, and interoperability</a:t>
          </a:r>
          <a:br>
            <a:rPr lang="en-US" sz="1300" kern="1200"/>
          </a:br>
          <a:endParaRPr lang="en-US" sz="1300" kern="1200"/>
        </a:p>
      </dsp:txBody>
      <dsp:txXfrm>
        <a:off x="4073333" y="2824897"/>
        <a:ext cx="2080578" cy="1129067"/>
      </dsp:txXfrm>
    </dsp:sp>
    <dsp:sp modelId="{BEB88B90-6670-4A25-B604-4A18E63E579C}">
      <dsp:nvSpPr>
        <dsp:cNvPr id="0" name=""/>
        <dsp:cNvSpPr/>
      </dsp:nvSpPr>
      <dsp:spPr>
        <a:xfrm>
          <a:off x="0" y="4236232"/>
          <a:ext cx="6153912" cy="11290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93868-733D-45D3-B06E-35A048DA4982}">
      <dsp:nvSpPr>
        <dsp:cNvPr id="0" name=""/>
        <dsp:cNvSpPr/>
      </dsp:nvSpPr>
      <dsp:spPr>
        <a:xfrm>
          <a:off x="341543" y="4490272"/>
          <a:ext cx="620987" cy="620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C2D43-A0F7-4790-BF93-5AC10E5190F3}">
      <dsp:nvSpPr>
        <dsp:cNvPr id="0" name=""/>
        <dsp:cNvSpPr/>
      </dsp:nvSpPr>
      <dsp:spPr>
        <a:xfrm>
          <a:off x="1304073" y="4236232"/>
          <a:ext cx="2769260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</a:t>
          </a:r>
        </a:p>
      </dsp:txBody>
      <dsp:txXfrm>
        <a:off x="1304073" y="4236232"/>
        <a:ext cx="2769260" cy="1129067"/>
      </dsp:txXfrm>
    </dsp:sp>
    <dsp:sp modelId="{01F7DA92-9706-469E-8445-FE24CF22E69F}">
      <dsp:nvSpPr>
        <dsp:cNvPr id="0" name=""/>
        <dsp:cNvSpPr/>
      </dsp:nvSpPr>
      <dsp:spPr>
        <a:xfrm>
          <a:off x="4073333" y="4236232"/>
          <a:ext cx="2080578" cy="112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93" tIns="119493" rIns="119493" bIns="119493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Deliver scalable APIs for future expansion</a:t>
          </a:r>
        </a:p>
      </dsp:txBody>
      <dsp:txXfrm>
        <a:off x="4073333" y="4236232"/>
        <a:ext cx="2080578" cy="11290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24B55-18D2-4D4E-B637-07D54726E305}">
      <dsp:nvSpPr>
        <dsp:cNvPr id="0" name=""/>
        <dsp:cNvSpPr/>
      </dsp:nvSpPr>
      <dsp:spPr>
        <a:xfrm>
          <a:off x="0" y="4200"/>
          <a:ext cx="6620255" cy="894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95AB6-3B8B-419B-AE56-8FBC94E48B2D}">
      <dsp:nvSpPr>
        <dsp:cNvPr id="0" name=""/>
        <dsp:cNvSpPr/>
      </dsp:nvSpPr>
      <dsp:spPr>
        <a:xfrm>
          <a:off x="270650" y="205510"/>
          <a:ext cx="492091" cy="4920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60DFC-E7C0-48F8-99BB-590B935D19A2}">
      <dsp:nvSpPr>
        <dsp:cNvPr id="0" name=""/>
        <dsp:cNvSpPr/>
      </dsp:nvSpPr>
      <dsp:spPr>
        <a:xfrm>
          <a:off x="1033392" y="4200"/>
          <a:ext cx="5586863" cy="89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90" tIns="94690" rIns="94690" bIns="946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Resume Analyzer</a:t>
          </a:r>
          <a:endParaRPr lang="en-US" sz="1900" kern="1200"/>
        </a:p>
      </dsp:txBody>
      <dsp:txXfrm>
        <a:off x="1033392" y="4200"/>
        <a:ext cx="5586863" cy="894711"/>
      </dsp:txXfrm>
    </dsp:sp>
    <dsp:sp modelId="{9C2AD68B-CBE0-4280-9559-6D9D452BCDD8}">
      <dsp:nvSpPr>
        <dsp:cNvPr id="0" name=""/>
        <dsp:cNvSpPr/>
      </dsp:nvSpPr>
      <dsp:spPr>
        <a:xfrm>
          <a:off x="0" y="1122590"/>
          <a:ext cx="6620255" cy="894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00D30-F8CC-423B-AD26-0BDCBF5E0494}">
      <dsp:nvSpPr>
        <dsp:cNvPr id="0" name=""/>
        <dsp:cNvSpPr/>
      </dsp:nvSpPr>
      <dsp:spPr>
        <a:xfrm>
          <a:off x="270650" y="1323900"/>
          <a:ext cx="492091" cy="4920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6708C-E589-489A-AF7E-08CBB8A02FF6}">
      <dsp:nvSpPr>
        <dsp:cNvPr id="0" name=""/>
        <dsp:cNvSpPr/>
      </dsp:nvSpPr>
      <dsp:spPr>
        <a:xfrm>
          <a:off x="1033392" y="1122590"/>
          <a:ext cx="5586863" cy="89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90" tIns="94690" rIns="94690" bIns="946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Job Finder</a:t>
          </a:r>
          <a:endParaRPr lang="en-US" sz="1900" kern="1200"/>
        </a:p>
      </dsp:txBody>
      <dsp:txXfrm>
        <a:off x="1033392" y="1122590"/>
        <a:ext cx="5586863" cy="894711"/>
      </dsp:txXfrm>
    </dsp:sp>
    <dsp:sp modelId="{693F45B8-CCFB-494C-A9E9-74B6B78526CE}">
      <dsp:nvSpPr>
        <dsp:cNvPr id="0" name=""/>
        <dsp:cNvSpPr/>
      </dsp:nvSpPr>
      <dsp:spPr>
        <a:xfrm>
          <a:off x="0" y="2240980"/>
          <a:ext cx="6620255" cy="894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F060A-B6AD-4E97-BD26-896DF7B93885}">
      <dsp:nvSpPr>
        <dsp:cNvPr id="0" name=""/>
        <dsp:cNvSpPr/>
      </dsp:nvSpPr>
      <dsp:spPr>
        <a:xfrm>
          <a:off x="270650" y="2442290"/>
          <a:ext cx="492091" cy="4920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3F07F-6AEF-42B0-8DC0-A8D12683CDC3}">
      <dsp:nvSpPr>
        <dsp:cNvPr id="0" name=""/>
        <dsp:cNvSpPr/>
      </dsp:nvSpPr>
      <dsp:spPr>
        <a:xfrm>
          <a:off x="1033392" y="2240980"/>
          <a:ext cx="5586863" cy="89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90" tIns="94690" rIns="94690" bIns="946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Resume Tailor</a:t>
          </a:r>
          <a:endParaRPr lang="en-US" sz="1900" kern="1200"/>
        </a:p>
      </dsp:txBody>
      <dsp:txXfrm>
        <a:off x="1033392" y="2240980"/>
        <a:ext cx="5586863" cy="894711"/>
      </dsp:txXfrm>
    </dsp:sp>
    <dsp:sp modelId="{B23990C0-FD2B-4677-B273-7B98E8B328AD}">
      <dsp:nvSpPr>
        <dsp:cNvPr id="0" name=""/>
        <dsp:cNvSpPr/>
      </dsp:nvSpPr>
      <dsp:spPr>
        <a:xfrm>
          <a:off x="0" y="3359369"/>
          <a:ext cx="6620255" cy="894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F10EA-7C31-4206-B76A-2E77411103FE}">
      <dsp:nvSpPr>
        <dsp:cNvPr id="0" name=""/>
        <dsp:cNvSpPr/>
      </dsp:nvSpPr>
      <dsp:spPr>
        <a:xfrm>
          <a:off x="270650" y="3560680"/>
          <a:ext cx="492091" cy="4920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AE5EC-301B-470C-837B-3F7F4211C34E}">
      <dsp:nvSpPr>
        <dsp:cNvPr id="0" name=""/>
        <dsp:cNvSpPr/>
      </dsp:nvSpPr>
      <dsp:spPr>
        <a:xfrm>
          <a:off x="1033392" y="3359369"/>
          <a:ext cx="5586863" cy="89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90" tIns="94690" rIns="94690" bIns="946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Interview Coach</a:t>
          </a:r>
          <a:endParaRPr lang="en-US" sz="1900" kern="1200"/>
        </a:p>
      </dsp:txBody>
      <dsp:txXfrm>
        <a:off x="1033392" y="3359369"/>
        <a:ext cx="5586863" cy="894711"/>
      </dsp:txXfrm>
    </dsp:sp>
    <dsp:sp modelId="{0C1F2F54-A5BD-4AE5-8593-769E610A4046}">
      <dsp:nvSpPr>
        <dsp:cNvPr id="0" name=""/>
        <dsp:cNvSpPr/>
      </dsp:nvSpPr>
      <dsp:spPr>
        <a:xfrm>
          <a:off x="0" y="4477759"/>
          <a:ext cx="6620255" cy="894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A2729-623A-41DF-9217-635F7FDD8EDB}">
      <dsp:nvSpPr>
        <dsp:cNvPr id="0" name=""/>
        <dsp:cNvSpPr/>
      </dsp:nvSpPr>
      <dsp:spPr>
        <a:xfrm>
          <a:off x="270650" y="4679069"/>
          <a:ext cx="492091" cy="4920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A2603-AD3F-4D03-A7BD-076F802D6CD7}">
      <dsp:nvSpPr>
        <dsp:cNvPr id="0" name=""/>
        <dsp:cNvSpPr/>
      </dsp:nvSpPr>
      <dsp:spPr>
        <a:xfrm>
          <a:off x="1033392" y="4477759"/>
          <a:ext cx="5586863" cy="89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90" tIns="94690" rIns="94690" bIns="946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Project Mentor</a:t>
          </a:r>
          <a:endParaRPr lang="en-US" sz="1900" kern="1200"/>
        </a:p>
      </dsp:txBody>
      <dsp:txXfrm>
        <a:off x="1033392" y="4477759"/>
        <a:ext cx="5586863" cy="894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25ABA-5A1A-4E4A-A726-A61A90BF9FAE}">
      <dsp:nvSpPr>
        <dsp:cNvPr id="0" name=""/>
        <dsp:cNvSpPr/>
      </dsp:nvSpPr>
      <dsp:spPr>
        <a:xfrm>
          <a:off x="0" y="4093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37A33-91F2-4E13-9AD3-7FDCEC73D3CD}">
      <dsp:nvSpPr>
        <dsp:cNvPr id="0" name=""/>
        <dsp:cNvSpPr/>
      </dsp:nvSpPr>
      <dsp:spPr>
        <a:xfrm>
          <a:off x="263745" y="200268"/>
          <a:ext cx="479538" cy="479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05BED-783C-4913-8DD9-F02EFBAF66C4}">
      <dsp:nvSpPr>
        <dsp:cNvPr id="0" name=""/>
        <dsp:cNvSpPr/>
      </dsp:nvSpPr>
      <dsp:spPr>
        <a:xfrm>
          <a:off x="1007030" y="4093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Our multi-agent system is fully deployed on a cloud server using containerized microservices.</a:t>
          </a:r>
          <a:endParaRPr lang="en-US" sz="1600" kern="1200"/>
        </a:p>
      </dsp:txBody>
      <dsp:txXfrm>
        <a:off x="1007030" y="4093"/>
        <a:ext cx="6481905" cy="871887"/>
      </dsp:txXfrm>
    </dsp:sp>
    <dsp:sp modelId="{4BBD7A47-B6F3-4664-95F2-AAA45973CD0F}">
      <dsp:nvSpPr>
        <dsp:cNvPr id="0" name=""/>
        <dsp:cNvSpPr/>
      </dsp:nvSpPr>
      <dsp:spPr>
        <a:xfrm>
          <a:off x="0" y="1093952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DA78-50A4-4764-A29A-08C8029056E0}">
      <dsp:nvSpPr>
        <dsp:cNvPr id="0" name=""/>
        <dsp:cNvSpPr/>
      </dsp:nvSpPr>
      <dsp:spPr>
        <a:xfrm>
          <a:off x="263745" y="1290127"/>
          <a:ext cx="479538" cy="479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DE745-F77E-463F-B6D8-B487707E53D6}">
      <dsp:nvSpPr>
        <dsp:cNvPr id="0" name=""/>
        <dsp:cNvSpPr/>
      </dsp:nvSpPr>
      <dsp:spPr>
        <a:xfrm>
          <a:off x="1007030" y="1093952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 centralized </a:t>
          </a:r>
          <a:r>
            <a:rPr lang="en-IN" sz="1600" b="1" kern="1200"/>
            <a:t>Agent Registry Dashboard</a:t>
          </a:r>
          <a:r>
            <a:rPr lang="en-IN" sz="1600" kern="1200"/>
            <a:t> displays all active agents, their metadata, capabilities, and API endpoints.</a:t>
          </a:r>
          <a:endParaRPr lang="en-US" sz="1600" kern="1200"/>
        </a:p>
      </dsp:txBody>
      <dsp:txXfrm>
        <a:off x="1007030" y="1093952"/>
        <a:ext cx="6481905" cy="871887"/>
      </dsp:txXfrm>
    </dsp:sp>
    <dsp:sp modelId="{DF19D46B-1A03-4539-BA6C-4364F1F2033F}">
      <dsp:nvSpPr>
        <dsp:cNvPr id="0" name=""/>
        <dsp:cNvSpPr/>
      </dsp:nvSpPr>
      <dsp:spPr>
        <a:xfrm>
          <a:off x="0" y="2183812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FC023-0F4B-4424-A90B-5053403D3D8F}">
      <dsp:nvSpPr>
        <dsp:cNvPr id="0" name=""/>
        <dsp:cNvSpPr/>
      </dsp:nvSpPr>
      <dsp:spPr>
        <a:xfrm>
          <a:off x="263745" y="2379986"/>
          <a:ext cx="479538" cy="4795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BCF57-28F8-43C9-87D4-0FDF7A33CC0F}">
      <dsp:nvSpPr>
        <dsp:cNvPr id="0" name=""/>
        <dsp:cNvSpPr/>
      </dsp:nvSpPr>
      <dsp:spPr>
        <a:xfrm>
          <a:off x="1007030" y="2183812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Each agent exposes a structured FastAPI interface, enabling real-time testing of resume analysis, job matching, tailoring, interview preparation, and project mentoring.</a:t>
          </a:r>
          <a:endParaRPr lang="en-US" sz="1600" kern="1200"/>
        </a:p>
      </dsp:txBody>
      <dsp:txXfrm>
        <a:off x="1007030" y="2183812"/>
        <a:ext cx="6481905" cy="871887"/>
      </dsp:txXfrm>
    </dsp:sp>
    <dsp:sp modelId="{88463D40-32A4-4AFE-B92B-603616071696}">
      <dsp:nvSpPr>
        <dsp:cNvPr id="0" name=""/>
        <dsp:cNvSpPr/>
      </dsp:nvSpPr>
      <dsp:spPr>
        <a:xfrm>
          <a:off x="0" y="3273671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C2F76C-D7BA-4D86-A989-9886DAAE459D}">
      <dsp:nvSpPr>
        <dsp:cNvPr id="0" name=""/>
        <dsp:cNvSpPr/>
      </dsp:nvSpPr>
      <dsp:spPr>
        <a:xfrm>
          <a:off x="263745" y="3469846"/>
          <a:ext cx="479538" cy="4795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26052-3ED4-4C3B-AA87-4BC18DAB5EA8}">
      <dsp:nvSpPr>
        <dsp:cNvPr id="0" name=""/>
        <dsp:cNvSpPr/>
      </dsp:nvSpPr>
      <dsp:spPr>
        <a:xfrm>
          <a:off x="1007030" y="3273671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The deployment ensures </a:t>
          </a:r>
          <a:r>
            <a:rPr lang="en-IN" sz="1600" b="1" kern="1200"/>
            <a:t>modularity</a:t>
          </a:r>
          <a:r>
            <a:rPr lang="en-IN" sz="1600" kern="1200"/>
            <a:t>, </a:t>
          </a:r>
          <a:r>
            <a:rPr lang="en-IN" sz="1600" b="1" kern="1200"/>
            <a:t>scalability</a:t>
          </a:r>
          <a:r>
            <a:rPr lang="en-IN" sz="1600" kern="1200"/>
            <a:t>, and </a:t>
          </a:r>
          <a:r>
            <a:rPr lang="en-IN" sz="1600" b="1" kern="1200"/>
            <a:t>independent debugging</a:t>
          </a:r>
          <a:r>
            <a:rPr lang="en-IN" sz="1600" kern="1200"/>
            <a:t> for each microservice.</a:t>
          </a:r>
          <a:endParaRPr lang="en-US" sz="1600" kern="1200"/>
        </a:p>
      </dsp:txBody>
      <dsp:txXfrm>
        <a:off x="1007030" y="3273671"/>
        <a:ext cx="6481905" cy="871887"/>
      </dsp:txXfrm>
    </dsp:sp>
    <dsp:sp modelId="{6190CEDE-8944-4A3F-9049-DDC404E7CD98}">
      <dsp:nvSpPr>
        <dsp:cNvPr id="0" name=""/>
        <dsp:cNvSpPr/>
      </dsp:nvSpPr>
      <dsp:spPr>
        <a:xfrm>
          <a:off x="0" y="4363531"/>
          <a:ext cx="7488936" cy="8718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A4F1D-D865-413C-BC2A-A23A587AE608}">
      <dsp:nvSpPr>
        <dsp:cNvPr id="0" name=""/>
        <dsp:cNvSpPr/>
      </dsp:nvSpPr>
      <dsp:spPr>
        <a:xfrm>
          <a:off x="263745" y="4559705"/>
          <a:ext cx="479538" cy="4795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17DC7-355C-4715-84E7-189D25103F8D}">
      <dsp:nvSpPr>
        <dsp:cNvPr id="0" name=""/>
        <dsp:cNvSpPr/>
      </dsp:nvSpPr>
      <dsp:spPr>
        <a:xfrm>
          <a:off x="1007030" y="4363531"/>
          <a:ext cx="6481905" cy="87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75" tIns="92275" rIns="92275" bIns="92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The live /docs interface (OpenAPI 3.1) provides interactive testing, making validation and integration seamless for the entire team.</a:t>
          </a:r>
          <a:endParaRPr lang="en-US" sz="1600" kern="1200"/>
        </a:p>
      </dsp:txBody>
      <dsp:txXfrm>
        <a:off x="1007030" y="4363531"/>
        <a:ext cx="6481905" cy="8718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688BB-C476-4B57-8C76-E676C2EF0B10}">
      <dsp:nvSpPr>
        <dsp:cNvPr id="0" name=""/>
        <dsp:cNvSpPr/>
      </dsp:nvSpPr>
      <dsp:spPr>
        <a:xfrm>
          <a:off x="579241" y="524121"/>
          <a:ext cx="877784" cy="8777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FBEE5-3652-4C4F-A50D-C69CE992410D}">
      <dsp:nvSpPr>
        <dsp:cNvPr id="0" name=""/>
        <dsp:cNvSpPr/>
      </dsp:nvSpPr>
      <dsp:spPr>
        <a:xfrm>
          <a:off x="42817" y="1724506"/>
          <a:ext cx="19506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Fully automated multi-agent pipeline</a:t>
          </a:r>
          <a:endParaRPr lang="en-US" sz="1500" kern="1200"/>
        </a:p>
      </dsp:txBody>
      <dsp:txXfrm>
        <a:off x="42817" y="1724506"/>
        <a:ext cx="1950633" cy="720000"/>
      </dsp:txXfrm>
    </dsp:sp>
    <dsp:sp modelId="{E8418A6F-E4CA-4293-AE55-8DD84950A7FE}">
      <dsp:nvSpPr>
        <dsp:cNvPr id="0" name=""/>
        <dsp:cNvSpPr/>
      </dsp:nvSpPr>
      <dsp:spPr>
        <a:xfrm>
          <a:off x="2871235" y="524121"/>
          <a:ext cx="877784" cy="8777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70B9F-5525-4091-8DCD-04245A497855}">
      <dsp:nvSpPr>
        <dsp:cNvPr id="0" name=""/>
        <dsp:cNvSpPr/>
      </dsp:nvSpPr>
      <dsp:spPr>
        <a:xfrm>
          <a:off x="2334811" y="1724506"/>
          <a:ext cx="19506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Resume tailoring quality improved by ~70% (keyword match)</a:t>
          </a:r>
          <a:endParaRPr lang="en-US" sz="1500" kern="1200"/>
        </a:p>
      </dsp:txBody>
      <dsp:txXfrm>
        <a:off x="2334811" y="1724506"/>
        <a:ext cx="1950633" cy="720000"/>
      </dsp:txXfrm>
    </dsp:sp>
    <dsp:sp modelId="{0D32D19A-64A2-469E-8DFB-64DECD462855}">
      <dsp:nvSpPr>
        <dsp:cNvPr id="0" name=""/>
        <dsp:cNvSpPr/>
      </dsp:nvSpPr>
      <dsp:spPr>
        <a:xfrm>
          <a:off x="5163229" y="524121"/>
          <a:ext cx="877784" cy="8777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0F6B8-0552-48CB-8AA5-EF64D2E7ADF9}">
      <dsp:nvSpPr>
        <dsp:cNvPr id="0" name=""/>
        <dsp:cNvSpPr/>
      </dsp:nvSpPr>
      <dsp:spPr>
        <a:xfrm>
          <a:off x="4626805" y="1724506"/>
          <a:ext cx="19506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Job search efficiency increased with real-time data</a:t>
          </a:r>
          <a:endParaRPr lang="en-US" sz="1500" kern="1200"/>
        </a:p>
      </dsp:txBody>
      <dsp:txXfrm>
        <a:off x="4626805" y="1724506"/>
        <a:ext cx="1950633" cy="720000"/>
      </dsp:txXfrm>
    </dsp:sp>
    <dsp:sp modelId="{F700A7B6-CA22-4711-BFD7-0767798A69E7}">
      <dsp:nvSpPr>
        <dsp:cNvPr id="0" name=""/>
        <dsp:cNvSpPr/>
      </dsp:nvSpPr>
      <dsp:spPr>
        <a:xfrm>
          <a:off x="1725238" y="2932165"/>
          <a:ext cx="877784" cy="8777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AACC9-4CDF-48BA-934D-37938F97C7E0}">
      <dsp:nvSpPr>
        <dsp:cNvPr id="0" name=""/>
        <dsp:cNvSpPr/>
      </dsp:nvSpPr>
      <dsp:spPr>
        <a:xfrm>
          <a:off x="1188814" y="4132550"/>
          <a:ext cx="19506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Interview preparation structured with STAR methodology</a:t>
          </a:r>
          <a:endParaRPr lang="en-US" sz="1500" kern="1200"/>
        </a:p>
      </dsp:txBody>
      <dsp:txXfrm>
        <a:off x="1188814" y="4132550"/>
        <a:ext cx="1950633" cy="720000"/>
      </dsp:txXfrm>
    </dsp:sp>
    <dsp:sp modelId="{F03CF2DB-058E-4254-ABA2-9634AE59F6A0}">
      <dsp:nvSpPr>
        <dsp:cNvPr id="0" name=""/>
        <dsp:cNvSpPr/>
      </dsp:nvSpPr>
      <dsp:spPr>
        <a:xfrm>
          <a:off x="4017232" y="2932165"/>
          <a:ext cx="877784" cy="8777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9D729-1645-4B2E-80CC-1E6CAC3078F1}">
      <dsp:nvSpPr>
        <dsp:cNvPr id="0" name=""/>
        <dsp:cNvSpPr/>
      </dsp:nvSpPr>
      <dsp:spPr>
        <a:xfrm>
          <a:off x="3480808" y="4132550"/>
          <a:ext cx="19506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Portfolio projects now aligned with actual job trends</a:t>
          </a:r>
          <a:endParaRPr lang="en-US" sz="1500" kern="1200"/>
        </a:p>
      </dsp:txBody>
      <dsp:txXfrm>
        <a:off x="3480808" y="4132550"/>
        <a:ext cx="195063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2FBA5-040F-664F-A9EC-B0846C17EF68}">
      <dsp:nvSpPr>
        <dsp:cNvPr id="0" name=""/>
        <dsp:cNvSpPr/>
      </dsp:nvSpPr>
      <dsp:spPr>
        <a:xfrm>
          <a:off x="0" y="2625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9FFF9-5CBB-3B4E-B9B9-78911D16D6B7}">
      <dsp:nvSpPr>
        <dsp:cNvPr id="0" name=""/>
        <dsp:cNvSpPr/>
      </dsp:nvSpPr>
      <dsp:spPr>
        <a:xfrm>
          <a:off x="0" y="2625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Deploy full system to cloud (AWS/GCP)</a:t>
          </a:r>
          <a:endParaRPr lang="en-US" sz="2900" kern="1200"/>
        </a:p>
      </dsp:txBody>
      <dsp:txXfrm>
        <a:off x="0" y="2625"/>
        <a:ext cx="6620255" cy="895236"/>
      </dsp:txXfrm>
    </dsp:sp>
    <dsp:sp modelId="{A9A8EF76-2B72-274A-B4FF-56AA8D230455}">
      <dsp:nvSpPr>
        <dsp:cNvPr id="0" name=""/>
        <dsp:cNvSpPr/>
      </dsp:nvSpPr>
      <dsp:spPr>
        <a:xfrm>
          <a:off x="0" y="897862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D8488-9198-454E-82DD-8ABE7B9BD861}">
      <dsp:nvSpPr>
        <dsp:cNvPr id="0" name=""/>
        <dsp:cNvSpPr/>
      </dsp:nvSpPr>
      <dsp:spPr>
        <a:xfrm>
          <a:off x="0" y="897862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Build a dashboard UI (Streamlit/React)</a:t>
          </a:r>
          <a:endParaRPr lang="en-US" sz="2900" kern="1200"/>
        </a:p>
      </dsp:txBody>
      <dsp:txXfrm>
        <a:off x="0" y="897862"/>
        <a:ext cx="6620255" cy="895236"/>
      </dsp:txXfrm>
    </dsp:sp>
    <dsp:sp modelId="{70942019-FEE3-8944-9A36-C2D749048DC1}">
      <dsp:nvSpPr>
        <dsp:cNvPr id="0" name=""/>
        <dsp:cNvSpPr/>
      </dsp:nvSpPr>
      <dsp:spPr>
        <a:xfrm>
          <a:off x="0" y="1793099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0C97F-BC4B-854D-8C8E-B52CC5A4D0D4}">
      <dsp:nvSpPr>
        <dsp:cNvPr id="0" name=""/>
        <dsp:cNvSpPr/>
      </dsp:nvSpPr>
      <dsp:spPr>
        <a:xfrm>
          <a:off x="0" y="1793099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Add job tracking &amp; analytics dashboard</a:t>
          </a:r>
          <a:endParaRPr lang="en-US" sz="2900" kern="1200"/>
        </a:p>
      </dsp:txBody>
      <dsp:txXfrm>
        <a:off x="0" y="1793099"/>
        <a:ext cx="6620255" cy="895236"/>
      </dsp:txXfrm>
    </dsp:sp>
    <dsp:sp modelId="{0C5224E3-EBCA-2B4B-A1C6-4BDC051C9197}">
      <dsp:nvSpPr>
        <dsp:cNvPr id="0" name=""/>
        <dsp:cNvSpPr/>
      </dsp:nvSpPr>
      <dsp:spPr>
        <a:xfrm>
          <a:off x="0" y="2688336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02909-3531-3348-A806-892BF8524F72}">
      <dsp:nvSpPr>
        <dsp:cNvPr id="0" name=""/>
        <dsp:cNvSpPr/>
      </dsp:nvSpPr>
      <dsp:spPr>
        <a:xfrm>
          <a:off x="0" y="2688335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Integrate LinkedIn job scraping</a:t>
          </a:r>
          <a:endParaRPr lang="en-US" sz="2900" kern="1200"/>
        </a:p>
      </dsp:txBody>
      <dsp:txXfrm>
        <a:off x="0" y="2688335"/>
        <a:ext cx="6620255" cy="895236"/>
      </dsp:txXfrm>
    </dsp:sp>
    <dsp:sp modelId="{78C0DCBA-20B7-4B42-9560-AF371B3C250B}">
      <dsp:nvSpPr>
        <dsp:cNvPr id="0" name=""/>
        <dsp:cNvSpPr/>
      </dsp:nvSpPr>
      <dsp:spPr>
        <a:xfrm>
          <a:off x="0" y="3583572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4C7E4-DEA4-5A4D-B557-44FCD8F4B598}">
      <dsp:nvSpPr>
        <dsp:cNvPr id="0" name=""/>
        <dsp:cNvSpPr/>
      </dsp:nvSpPr>
      <dsp:spPr>
        <a:xfrm>
          <a:off x="0" y="3583572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Multi-language resume support</a:t>
          </a:r>
          <a:endParaRPr lang="en-US" sz="2900" kern="1200"/>
        </a:p>
      </dsp:txBody>
      <dsp:txXfrm>
        <a:off x="0" y="3583572"/>
        <a:ext cx="6620255" cy="895236"/>
      </dsp:txXfrm>
    </dsp:sp>
    <dsp:sp modelId="{19291045-3CC6-5E43-9A37-8DC10C9D41B0}">
      <dsp:nvSpPr>
        <dsp:cNvPr id="0" name=""/>
        <dsp:cNvSpPr/>
      </dsp:nvSpPr>
      <dsp:spPr>
        <a:xfrm>
          <a:off x="0" y="4478809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E6E6D-6125-0C4E-AD83-07AA6E30734A}">
      <dsp:nvSpPr>
        <dsp:cNvPr id="0" name=""/>
        <dsp:cNvSpPr/>
      </dsp:nvSpPr>
      <dsp:spPr>
        <a:xfrm>
          <a:off x="0" y="4478809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Add recruiter-side tools</a:t>
          </a:r>
          <a:endParaRPr lang="en-US" sz="2900" kern="1200"/>
        </a:p>
      </dsp:txBody>
      <dsp:txXfrm>
        <a:off x="0" y="4478809"/>
        <a:ext cx="6620255" cy="8952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43F89-9599-A543-8DBE-C64B56DE36E9}">
      <dsp:nvSpPr>
        <dsp:cNvPr id="0" name=""/>
        <dsp:cNvSpPr/>
      </dsp:nvSpPr>
      <dsp:spPr>
        <a:xfrm>
          <a:off x="0" y="2625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49BE5-8690-E644-8BC0-274CA82B80ED}">
      <dsp:nvSpPr>
        <dsp:cNvPr id="0" name=""/>
        <dsp:cNvSpPr/>
      </dsp:nvSpPr>
      <dsp:spPr>
        <a:xfrm>
          <a:off x="0" y="2625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The Multi-Agent Career System successfully:</a:t>
          </a:r>
          <a:endParaRPr lang="en-US" sz="2500" kern="1200"/>
        </a:p>
      </dsp:txBody>
      <dsp:txXfrm>
        <a:off x="0" y="2625"/>
        <a:ext cx="6620255" cy="895236"/>
      </dsp:txXfrm>
    </dsp:sp>
    <dsp:sp modelId="{56690E10-5EEF-4C47-AC52-461B9852FAED}">
      <dsp:nvSpPr>
        <dsp:cNvPr id="0" name=""/>
        <dsp:cNvSpPr/>
      </dsp:nvSpPr>
      <dsp:spPr>
        <a:xfrm>
          <a:off x="0" y="897862"/>
          <a:ext cx="662025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6487B-C842-E649-AE5C-98FC37DE1047}">
      <dsp:nvSpPr>
        <dsp:cNvPr id="0" name=""/>
        <dsp:cNvSpPr/>
      </dsp:nvSpPr>
      <dsp:spPr>
        <a:xfrm>
          <a:off x="0" y="897862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Automates the entire job search pipeline</a:t>
          </a:r>
          <a:endParaRPr lang="en-US" sz="2500" kern="1200"/>
        </a:p>
      </dsp:txBody>
      <dsp:txXfrm>
        <a:off x="0" y="897862"/>
        <a:ext cx="6620255" cy="895236"/>
      </dsp:txXfrm>
    </dsp:sp>
    <dsp:sp modelId="{26FC39DA-9685-D04E-A3FB-A3A711475C52}">
      <dsp:nvSpPr>
        <dsp:cNvPr id="0" name=""/>
        <dsp:cNvSpPr/>
      </dsp:nvSpPr>
      <dsp:spPr>
        <a:xfrm>
          <a:off x="0" y="1793099"/>
          <a:ext cx="662025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2B00D-C6E4-8A46-8D98-9021F2CA1184}">
      <dsp:nvSpPr>
        <dsp:cNvPr id="0" name=""/>
        <dsp:cNvSpPr/>
      </dsp:nvSpPr>
      <dsp:spPr>
        <a:xfrm>
          <a:off x="0" y="1793099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Delivers personalized, actionable guidance</a:t>
          </a:r>
          <a:endParaRPr lang="en-US" sz="2500" kern="1200"/>
        </a:p>
      </dsp:txBody>
      <dsp:txXfrm>
        <a:off x="0" y="1793099"/>
        <a:ext cx="6620255" cy="895236"/>
      </dsp:txXfrm>
    </dsp:sp>
    <dsp:sp modelId="{D6510DA8-D20B-3342-949C-9C9C06C6202E}">
      <dsp:nvSpPr>
        <dsp:cNvPr id="0" name=""/>
        <dsp:cNvSpPr/>
      </dsp:nvSpPr>
      <dsp:spPr>
        <a:xfrm>
          <a:off x="0" y="2688336"/>
          <a:ext cx="66202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2BA9D-A97F-FE4A-AB0B-4D2A6290A267}">
      <dsp:nvSpPr>
        <dsp:cNvPr id="0" name=""/>
        <dsp:cNvSpPr/>
      </dsp:nvSpPr>
      <dsp:spPr>
        <a:xfrm>
          <a:off x="0" y="2688335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Reduces time-to-application</a:t>
          </a:r>
          <a:endParaRPr lang="en-US" sz="2500" kern="1200"/>
        </a:p>
      </dsp:txBody>
      <dsp:txXfrm>
        <a:off x="0" y="2688335"/>
        <a:ext cx="6620255" cy="895236"/>
      </dsp:txXfrm>
    </dsp:sp>
    <dsp:sp modelId="{90A7393D-4AE6-A142-85BB-6B50B6158485}">
      <dsp:nvSpPr>
        <dsp:cNvPr id="0" name=""/>
        <dsp:cNvSpPr/>
      </dsp:nvSpPr>
      <dsp:spPr>
        <a:xfrm>
          <a:off x="0" y="3583572"/>
          <a:ext cx="662025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DDF88-98F5-B54B-A823-B11D17AD34AD}">
      <dsp:nvSpPr>
        <dsp:cNvPr id="0" name=""/>
        <dsp:cNvSpPr/>
      </dsp:nvSpPr>
      <dsp:spPr>
        <a:xfrm>
          <a:off x="0" y="3583572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Enhances job readiness and portfolio strength</a:t>
          </a:r>
          <a:endParaRPr lang="en-US" sz="2500" kern="1200"/>
        </a:p>
      </dsp:txBody>
      <dsp:txXfrm>
        <a:off x="0" y="3583572"/>
        <a:ext cx="6620255" cy="895236"/>
      </dsp:txXfrm>
    </dsp:sp>
    <dsp:sp modelId="{01B3CF2E-F8CB-2B43-8180-3073FBCF998A}">
      <dsp:nvSpPr>
        <dsp:cNvPr id="0" name=""/>
        <dsp:cNvSpPr/>
      </dsp:nvSpPr>
      <dsp:spPr>
        <a:xfrm>
          <a:off x="0" y="4478809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774E9-9BFB-104B-B354-91D5CB3D12CA}">
      <dsp:nvSpPr>
        <dsp:cNvPr id="0" name=""/>
        <dsp:cNvSpPr/>
      </dsp:nvSpPr>
      <dsp:spPr>
        <a:xfrm>
          <a:off x="0" y="4478809"/>
          <a:ext cx="6620255" cy="89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Provides a scalable framework for career AI tools</a:t>
          </a:r>
          <a:endParaRPr lang="en-US" sz="2500" kern="1200"/>
        </a:p>
      </dsp:txBody>
      <dsp:txXfrm>
        <a:off x="0" y="4478809"/>
        <a:ext cx="6620255" cy="895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C0133-3FBA-B748-AE55-D394BD4CDFD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B9020-53AB-F845-BA17-A2C685152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5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B9020-53AB-F845-BA17-A2C6851528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8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6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7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1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8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7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1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3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4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robot using a laptop sitting on a blue chair">
            <a:extLst>
              <a:ext uri="{FF2B5EF4-FFF2-40B4-BE49-F238E27FC236}">
                <a16:creationId xmlns:a16="http://schemas.microsoft.com/office/drawing/2014/main" id="{A7F28E6F-16BD-761B-69B7-D98ABEC9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7" t="9091" r="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8BA4A-2671-365C-FF5A-925DE6AB8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09" y="750776"/>
            <a:ext cx="5508884" cy="2108741"/>
          </a:xfrm>
        </p:spPr>
        <p:txBody>
          <a:bodyPr anchor="t">
            <a:no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AI-Powered Multi-Agent Career Acceleration Platform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20F76-E7D7-A434-E106-A5B1A6CAD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09" y="2859517"/>
            <a:ext cx="4577708" cy="3633562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i="0" dirty="0">
                <a:solidFill>
                  <a:srgbClr val="FFFFFF"/>
                </a:solidFill>
              </a:rPr>
              <a:t>Instructor:</a:t>
            </a:r>
            <a:r>
              <a:rPr lang="en-IN" sz="1600" i="0" dirty="0">
                <a:solidFill>
                  <a:srgbClr val="FFFFFF"/>
                </a:solidFill>
              </a:rPr>
              <a:t> Prof. Hema Seshadri</a:t>
            </a:r>
            <a:br>
              <a:rPr lang="en-IN" sz="1600" i="0" dirty="0">
                <a:solidFill>
                  <a:srgbClr val="FFFFFF"/>
                </a:solidFill>
              </a:rPr>
            </a:br>
            <a:r>
              <a:rPr lang="en-IN" sz="1600" b="1" i="0" dirty="0">
                <a:solidFill>
                  <a:srgbClr val="FFFFFF"/>
                </a:solidFill>
              </a:rPr>
              <a:t>Semester:</a:t>
            </a:r>
            <a:r>
              <a:rPr lang="en-IN" sz="1600" i="0" dirty="0">
                <a:solidFill>
                  <a:srgbClr val="FFFFFF"/>
                </a:solidFill>
              </a:rPr>
              <a:t> Fall 2025</a:t>
            </a:r>
            <a:br>
              <a:rPr lang="en-IN" sz="1600" i="0" dirty="0">
                <a:solidFill>
                  <a:srgbClr val="FFFFFF"/>
                </a:solidFill>
              </a:rPr>
            </a:br>
            <a:endParaRPr lang="en-IN" sz="1600" i="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1600" b="1" i="0" dirty="0">
                <a:solidFill>
                  <a:srgbClr val="FFFFFF"/>
                </a:solidFill>
              </a:rPr>
              <a:t>Team Members:</a:t>
            </a:r>
            <a:br>
              <a:rPr lang="en-IN" sz="1600" b="1" i="0" dirty="0">
                <a:solidFill>
                  <a:srgbClr val="FFFFFF"/>
                </a:solidFill>
              </a:rPr>
            </a:br>
            <a:endParaRPr lang="en-IN" sz="1600" b="1" i="0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 err="1">
                <a:solidFill>
                  <a:srgbClr val="FFFFFF"/>
                </a:solidFill>
              </a:rPr>
              <a:t>Krati</a:t>
            </a:r>
            <a:r>
              <a:rPr lang="en-IN" sz="1600" i="0" dirty="0">
                <a:solidFill>
                  <a:srgbClr val="FFFFFF"/>
                </a:solidFill>
              </a:rPr>
              <a:t> Mudra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>
                <a:solidFill>
                  <a:srgbClr val="FFFFFF"/>
                </a:solidFill>
              </a:rPr>
              <a:t>Pratham </a:t>
            </a:r>
            <a:r>
              <a:rPr lang="en-IN" sz="1600" i="0" dirty="0" err="1">
                <a:solidFill>
                  <a:srgbClr val="FFFFFF"/>
                </a:solidFill>
              </a:rPr>
              <a:t>Brahmbhatt</a:t>
            </a:r>
            <a:r>
              <a:rPr lang="en-IN" sz="1600" i="0" dirty="0">
                <a:solidFill>
                  <a:srgbClr val="FFFFFF"/>
                </a:solidFill>
              </a:rPr>
              <a:t>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>
                <a:solidFill>
                  <a:srgbClr val="FFFFFF"/>
                </a:solidFill>
              </a:rPr>
              <a:t>Ansh Jain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 err="1">
                <a:solidFill>
                  <a:srgbClr val="FFFFFF"/>
                </a:solidFill>
              </a:rPr>
              <a:t>Sangayya</a:t>
            </a:r>
            <a:r>
              <a:rPr lang="en-IN" sz="1600" i="0" dirty="0">
                <a:solidFill>
                  <a:srgbClr val="FFFFFF"/>
                </a:solidFill>
              </a:rPr>
              <a:t> </a:t>
            </a:r>
            <a:r>
              <a:rPr lang="en-IN" sz="1600" i="0" dirty="0" err="1">
                <a:solidFill>
                  <a:srgbClr val="FFFFFF"/>
                </a:solidFill>
              </a:rPr>
              <a:t>Rudrayya</a:t>
            </a:r>
            <a:r>
              <a:rPr lang="en-IN" sz="1600" i="0" dirty="0">
                <a:solidFill>
                  <a:srgbClr val="FFFFFF"/>
                </a:solidFill>
              </a:rPr>
              <a:t> Hiremath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>
                <a:solidFill>
                  <a:srgbClr val="FFFFFF"/>
                </a:solidFill>
              </a:rPr>
              <a:t>Zhiwen Sun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 err="1">
                <a:solidFill>
                  <a:srgbClr val="FFFFFF"/>
                </a:solidFill>
              </a:rPr>
              <a:t>Zhuofan</a:t>
            </a:r>
            <a:r>
              <a:rPr lang="en-IN" sz="1600" i="0" dirty="0">
                <a:solidFill>
                  <a:srgbClr val="FFFFFF"/>
                </a:solidFill>
              </a:rPr>
              <a:t> Lin</a:t>
            </a:r>
            <a:endParaRPr lang="en-US" sz="1600" i="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865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FDDE6-9589-AB51-7B27-4A919078C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Agenda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3B9BAF8-339B-AD9C-6454-B63783E12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66679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red and white logo&#10;&#10;Description automatically generated">
            <a:extLst>
              <a:ext uri="{FF2B5EF4-FFF2-40B4-BE49-F238E27FC236}">
                <a16:creationId xmlns:a16="http://schemas.microsoft.com/office/drawing/2014/main" id="{D0484DC5-21CC-4B05-FD66-994077354B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1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5B687-8BC0-BEEC-BF13-0F1A56DA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/>
              <a:t>Problem Overview</a:t>
            </a:r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828930-F9ED-A834-BFC7-EA9A22D39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98376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186A3CC7-7F3B-7853-B88E-190825FFBC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3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ACB07-3ED3-7314-75F5-FD76F79E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Project Motivation</a:t>
            </a:r>
            <a:endParaRPr lang="en-US" sz="4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83581D-274A-7157-3A42-184F9D715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801640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512C7B64-6ADF-7AC4-4E97-3D924704B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4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8FADB-B181-EB7D-D07E-BCF994CF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IN"/>
              <a:t>Project Goals</a:t>
            </a:r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FC73EF4-23A3-392B-D645-F81B17CCE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8170260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007BE1E2-F79C-4677-F913-07124684A4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5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C8F4B-5441-9A33-5408-055044F2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/>
              <a:t>Our Five-Agent Architecture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BB0207-7013-19D4-229A-C4FFB4F33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659834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6623ED0E-6A84-03AA-74A4-94EBBF379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8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F46C0-20EA-F037-F4C2-265014F8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 dirty="0"/>
              <a:t>Data Flow Diagram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Content Placeholder 4" descr="A diagram of a data flow&#10;&#10;Description automatically generated">
            <a:extLst>
              <a:ext uri="{FF2B5EF4-FFF2-40B4-BE49-F238E27FC236}">
                <a16:creationId xmlns:a16="http://schemas.microsoft.com/office/drawing/2014/main" id="{71920A19-2FE5-0D0B-A5F6-2FBE581FC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29691"/>
            <a:ext cx="5867135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417B-D19F-3080-F25D-885F0BF9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400" b="1"/>
              <a:t>Input Phase</a:t>
            </a:r>
            <a:endParaRPr lang="en-IN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User uploads resume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NLP extracts text, skills, experience and keywords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b="1"/>
              <a:t>Processing Phase</a:t>
            </a:r>
            <a:endParaRPr lang="en-IN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Role prediction model identifies suitable job roles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Job search agent fetches relevant openings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Interview prep agent generates role-based questions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b="1"/>
              <a:t>Refinement Phase</a:t>
            </a:r>
            <a:endParaRPr lang="en-IN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Resume tailoring aligns content with selected job description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System prepares final structured 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b="1"/>
              <a:t>Final Output</a:t>
            </a:r>
            <a:endParaRPr lang="en-IN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/>
              <a:t>Job list + tailored resume + interview preparation + project ideas</a:t>
            </a:r>
          </a:p>
          <a:p>
            <a:pPr>
              <a:lnSpc>
                <a:spcPct val="100000"/>
              </a:lnSpc>
            </a:pPr>
            <a:endParaRPr lang="en-US" sz="1400"/>
          </a:p>
        </p:txBody>
      </p:sp>
      <p:pic>
        <p:nvPicPr>
          <p:cNvPr id="5" name="Picture 4" descr="A red and white logo&#10;&#10;Description automatically generated">
            <a:extLst>
              <a:ext uri="{FF2B5EF4-FFF2-40B4-BE49-F238E27FC236}">
                <a16:creationId xmlns:a16="http://schemas.microsoft.com/office/drawing/2014/main" id="{B77265B7-0296-D917-6254-A7398240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3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E8B47-E565-C416-FB8C-AC8B1D72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System Architecture Overview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Content Placeholder 3" descr="A diagram of a structure&#10;&#10;Description automatically generated">
            <a:extLst>
              <a:ext uri="{FF2B5EF4-FFF2-40B4-BE49-F238E27FC236}">
                <a16:creationId xmlns:a16="http://schemas.microsoft.com/office/drawing/2014/main" id="{2B0AB450-2ED4-CF5D-CA6B-9F99E023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29691"/>
            <a:ext cx="5867135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C95A-71E1-27B2-D0FF-421E3445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Architecture Layers: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Input Layer:</a:t>
            </a:r>
            <a:r>
              <a:rPr lang="en-IN" dirty="0"/>
              <a:t> Resume PDF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Processing Layer:</a:t>
            </a:r>
            <a:r>
              <a:rPr lang="en-IN" dirty="0"/>
              <a:t> NLP extraction &amp;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Action Layer:</a:t>
            </a:r>
            <a:r>
              <a:rPr lang="en-IN" dirty="0"/>
              <a:t> Job search, interview prep, resume tailoring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Output Layer:</a:t>
            </a:r>
            <a:r>
              <a:rPr lang="en-IN" dirty="0"/>
              <a:t> Tailored resume, job matches, projects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7DD1454C-1FC6-F078-CE74-F43635D3D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1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BE435-D220-4805-8F55-738BD2EF6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IN" dirty="0"/>
              <a:t>Agent 1: Resume Analyzer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79DB9184-9E91-8269-5726-2DAB6EB5F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2AA7-5F3F-680D-0C2A-CC71F608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Role:</a:t>
            </a:r>
            <a:r>
              <a:rPr lang="en-IN"/>
              <a:t> Detects career direction from resume</a:t>
            </a:r>
            <a:br>
              <a:rPr lang="en-IN"/>
            </a:br>
            <a:endParaRPr lang="en-IN"/>
          </a:p>
          <a:p>
            <a:pPr marL="0" indent="0">
              <a:buNone/>
            </a:pPr>
            <a:r>
              <a:rPr lang="en-IN" b="1"/>
              <a:t>Functions: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PDF text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Clean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NLP-based role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Stores structured profile</a:t>
            </a:r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IN" b="1"/>
              <a:t>Outputs: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Predicted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Processed Resume Text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E277209E-BF24-5EB6-5BE4-08FD5F5E8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63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58E76-AD26-6B8F-5911-F0858EA6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IN" dirty="0"/>
              <a:t>Agent 2: Job Finder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75DA78EB-F678-6163-6C4E-E7F5FB8F9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F3589-0DE0-D9FB-6A0A-60328006B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Role:</a:t>
            </a:r>
            <a:r>
              <a:rPr lang="en-IN" dirty="0"/>
              <a:t> Finds real job openings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Queries </a:t>
            </a:r>
            <a:r>
              <a:rPr lang="en-IN" dirty="0" err="1"/>
              <a:t>SerpAPI</a:t>
            </a:r>
            <a:r>
              <a:rPr lang="en-IN" dirty="0"/>
              <a:t> → Google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Filters by role, location,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Generates structured job cards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Outputs: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Title | Company |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Apply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Description 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5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8264F-A233-D5C7-B55F-DC73619F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IN" dirty="0"/>
              <a:t>Agent 3: Resume Tailor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96D697AE-E939-D0E0-62BE-52DF65722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3189E-02BD-ADFA-8DDA-2B0D62A0D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Role:</a:t>
            </a:r>
            <a:r>
              <a:rPr lang="en-IN" dirty="0"/>
              <a:t> Tailors resume for a specific job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ATS keyword injection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Rewrite sections (skills, experience)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Produces a clean, customized version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Outputs: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Job-specific optimized resume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A9B8AD74-52D5-71BF-7623-78C18EE30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47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6CA3E-03F8-1EEB-9125-71FECC26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IN" dirty="0"/>
              <a:t>Agent 4: Interview Coach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Meeting">
            <a:extLst>
              <a:ext uri="{FF2B5EF4-FFF2-40B4-BE49-F238E27FC236}">
                <a16:creationId xmlns:a16="http://schemas.microsoft.com/office/drawing/2014/main" id="{9F64459F-4F37-B2A7-BAE7-4564EA7EA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3479-AFB5-E1D5-1344-F1492B6FA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Role:</a:t>
            </a:r>
            <a:r>
              <a:rPr lang="en-IN" dirty="0"/>
              <a:t> Provides interview readiness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Behavioral</a:t>
            </a:r>
            <a:r>
              <a:rPr lang="en-IN" dirty="0"/>
              <a:t> &amp; technical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STAR answers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Company-specific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Warm-up practice scripts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Outputs: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Full interview prep kit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0109F783-28E4-0A43-AB4E-A3A60918B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02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ADDD1-67C9-514F-D0FE-5A1125F8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IN" dirty="0"/>
              <a:t>Agent 5: Project Mentor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0A57569F-41FB-4F4C-4E69-CD4EE9F3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4B39-DC49-7892-93F9-EB847159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Role:</a:t>
            </a:r>
            <a:r>
              <a:rPr lang="en-IN" dirty="0"/>
              <a:t> Builds portfolio direction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Functions: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Suggests 3–5 tailored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 required tools, data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expected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prepare GitHub readiness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Outputs: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Personalized portfolio roadmap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0F37CB5D-0D55-2EB6-6FA9-79C418051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6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68CB5-18BA-D15D-2718-6C713825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System Deployment &amp; Agent Registry</a:t>
            </a:r>
            <a:endParaRPr 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1329B8-A7ED-824A-E009-8F7AF29D2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289957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15BAFAC6-496E-0AA1-340E-E1223ACB1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2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A04FB86-A10F-D3D4-9E1D-6D98400A1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7" y="2874717"/>
            <a:ext cx="6582092" cy="3488509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A381FF1-6BD7-2AEC-6B68-D1ECE1FE7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800"/>
            <a:ext cx="5922654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8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A597D-F138-35FA-45DE-887E5B1C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100" b="1" dirty="0"/>
              <a:t>End-to-End Workflow</a:t>
            </a:r>
            <a:br>
              <a:rPr lang="en-IN" sz="4100" b="1" dirty="0"/>
            </a:br>
            <a:endParaRPr lang="en-US" sz="4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9" name="Graphic 18" descr="Tick">
            <a:extLst>
              <a:ext uri="{FF2B5EF4-FFF2-40B4-BE49-F238E27FC236}">
                <a16:creationId xmlns:a16="http://schemas.microsoft.com/office/drawing/2014/main" id="{CB4722A4-3054-EF5A-BD74-0AB886E2C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942E-8059-D65A-2142-C89147A6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 → Resume Upload &amp; role Prediction</a:t>
            </a:r>
            <a:br>
              <a:rPr lang="en-IN" dirty="0"/>
            </a:br>
            <a:r>
              <a:rPr lang="en-IN" b="1" dirty="0"/>
              <a:t>2 → Job Search</a:t>
            </a:r>
            <a:br>
              <a:rPr lang="en-IN" dirty="0"/>
            </a:br>
            <a:r>
              <a:rPr lang="en-IN" b="1" dirty="0"/>
              <a:t>3 → Tailored Resume</a:t>
            </a:r>
            <a:br>
              <a:rPr lang="en-IN" dirty="0"/>
            </a:br>
            <a:r>
              <a:rPr lang="en-IN" b="1" dirty="0"/>
              <a:t>4 → Interview Prep</a:t>
            </a:r>
            <a:br>
              <a:rPr lang="en-IN" dirty="0"/>
            </a:br>
            <a:r>
              <a:rPr lang="en-IN" b="1" dirty="0"/>
              <a:t>5 → Project Suggestion</a:t>
            </a:r>
            <a:endParaRPr lang="en-US" dirty="0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D9DA0279-FE24-6E87-E6D7-031FF12E0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33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3FD36-8160-DD4E-D997-DE80B321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Key Results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D06C13BC-B62D-9107-FCA1-BDBE9F6E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08FEF3-73D3-69E3-F710-B1EEB3A63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627872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9308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23A23-29F3-BE62-821C-E72ED804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/>
              <a:t>Future Enhancements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8712C09E-74BA-96E5-1AC3-9EFD736D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6A0272-785A-6BD2-8A2B-BD202642C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33857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3409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1488C-EB8B-C0B2-CD38-833BE248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b="1"/>
              <a:t>Conclusion</a:t>
            </a:r>
            <a:br>
              <a:rPr lang="en-IN" b="1"/>
            </a:b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F1BBCCD1-0FB7-36FF-8FA9-B20E4DCE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2241"/>
            <a:ext cx="1438838" cy="8057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4A2FE7-8E5C-D05C-EAB0-04D0A751B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524280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5740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chalkboard with a message on it&#10;&#10;Description automatically generated">
            <a:extLst>
              <a:ext uri="{FF2B5EF4-FFF2-40B4-BE49-F238E27FC236}">
                <a16:creationId xmlns:a16="http://schemas.microsoft.com/office/drawing/2014/main" id="{4C0AF315-D7A9-AFEB-7BB1-AFA99E611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1" b="1570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3EEC0-B300-3224-8D14-4AEAC32A9AD5}"/>
              </a:ext>
            </a:extLst>
          </p:cNvPr>
          <p:cNvSpPr txBox="1"/>
          <p:nvPr/>
        </p:nvSpPr>
        <p:spPr>
          <a:xfrm>
            <a:off x="9740846" y="6657945"/>
            <a:ext cx="244810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picpedia.org/chalkboard/t/thank-you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0705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61A3A52-90F8-EA4F-819A-ACF059D286BB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368</TotalTime>
  <Words>715</Words>
  <Application>Microsoft Office PowerPoint</Application>
  <PresentationFormat>Widescreen</PresentationFormat>
  <Paragraphs>149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Bierstadt</vt:lpstr>
      <vt:lpstr>Neue Haas Grotesk Text Pro</vt:lpstr>
      <vt:lpstr>GestaltVTI</vt:lpstr>
      <vt:lpstr>AI-Powered Multi-Agent Career Acceleration Platform</vt:lpstr>
      <vt:lpstr>Agenda</vt:lpstr>
      <vt:lpstr>Problem Overview</vt:lpstr>
      <vt:lpstr>Project Motivation</vt:lpstr>
      <vt:lpstr>Project Goals</vt:lpstr>
      <vt:lpstr>Our Five-Agent Architecture</vt:lpstr>
      <vt:lpstr>Data Flow Diagram</vt:lpstr>
      <vt:lpstr>System Architecture Overview</vt:lpstr>
      <vt:lpstr>Agent 1: Resume Analyzer</vt:lpstr>
      <vt:lpstr>Agent 2: Job Finder</vt:lpstr>
      <vt:lpstr>Agent 3: Resume Tailor</vt:lpstr>
      <vt:lpstr>Agent 4: Interview Coach</vt:lpstr>
      <vt:lpstr>Agent 5: Project Mentor</vt:lpstr>
      <vt:lpstr>System Deployment &amp; Agent Registry</vt:lpstr>
      <vt:lpstr>PowerPoint Presentation</vt:lpstr>
      <vt:lpstr>End-to-End Workflow </vt:lpstr>
      <vt:lpstr>Key Results</vt:lpstr>
      <vt:lpstr>Future Enhancements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Brahmbhatt</dc:creator>
  <cp:lastModifiedBy>Sangayya Hiremath</cp:lastModifiedBy>
  <cp:revision>13</cp:revision>
  <dcterms:created xsi:type="dcterms:W3CDTF">2025-12-01T19:35:53Z</dcterms:created>
  <dcterms:modified xsi:type="dcterms:W3CDTF">2026-01-11T03:50:34Z</dcterms:modified>
</cp:coreProperties>
</file>